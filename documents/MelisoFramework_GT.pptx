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3" r:id="rId5"/>
    <p:sldId id="260" r:id="rId6"/>
    <p:sldId id="262" r:id="rId7"/>
    <p:sldId id="261" r:id="rId8"/>
  </p:sldIdLst>
  <p:sldSz cx="182880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82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7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8D35BF-17D0-47EF-B050-F7703380D9D6}" v="39" dt="2024-09-20T00:13:30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94694"/>
  </p:normalViewPr>
  <p:slideViewPr>
    <p:cSldViewPr snapToGrid="0">
      <p:cViewPr>
        <p:scale>
          <a:sx n="66" d="100"/>
          <a:sy n="66" d="100"/>
        </p:scale>
        <p:origin x="1188" y="48"/>
      </p:cViewPr>
      <p:guideLst>
        <p:guide orient="horz" pos="3482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ang-Nguyen Vo-Huynh" userId="6a1b2bcfbbb34c0c" providerId="LiveId" clId="{418D35BF-17D0-47EF-B050-F7703380D9D6}"/>
    <pc:docChg chg="undo custSel addSld modSld sldOrd">
      <pc:chgData name="Quang-Nguyen Vo-Huynh" userId="6a1b2bcfbbb34c0c" providerId="LiveId" clId="{418D35BF-17D0-47EF-B050-F7703380D9D6}" dt="2024-09-20T00:14:18.288" v="309" actId="14100"/>
      <pc:docMkLst>
        <pc:docMk/>
      </pc:docMkLst>
      <pc:sldChg chg="addSp delSp">
        <pc:chgData name="Quang-Nguyen Vo-Huynh" userId="6a1b2bcfbbb34c0c" providerId="LiveId" clId="{418D35BF-17D0-47EF-B050-F7703380D9D6}" dt="2024-09-19T23:12:20.368" v="1" actId="21"/>
        <pc:sldMkLst>
          <pc:docMk/>
          <pc:sldMk cId="65476974" sldId="257"/>
        </pc:sldMkLst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2" creationId="{C0A28383-9CF7-4703-AA5E-35935BC01790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3" creationId="{712C35FD-465A-2DB3-82B8-FE7D28A5D4E4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5" creationId="{EAE23A34-2B85-FF7B-C31E-A0DE986DDE3A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13" creationId="{4B5012E2-4251-4709-F55A-0C1CF28C7740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14" creationId="{CF6F858E-BBA0-1AE6-4721-19761AD97661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16" creationId="{2805EF2D-2782-D094-276B-BD6FC0A2EF6A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17" creationId="{F437F0DB-291C-88B9-81C9-845E80FA783D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18" creationId="{42A65F6B-265B-7181-154C-AC68DA6EAC3D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22" creationId="{EA3193F0-61E0-BD22-75EF-D8D9D72A4EA3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24" creationId="{25A803B9-CB53-8C2D-F912-BA26A5600FA5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27" creationId="{2364AAF7-F519-5490-65DA-8E6DB9C1709E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28" creationId="{FC0E3634-D7D7-FF83-336A-20C84D7C6A81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29" creationId="{819A9400-7888-90F1-71E9-56C2C6455495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33" creationId="{469B95B5-5323-8A5F-2276-041A370B5ADB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34" creationId="{8090AAE7-A6DE-018A-0864-4890702601C0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35" creationId="{0DC08E27-BBB0-1967-CE12-0CBA6FD6F165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40" creationId="{54C18B63-E450-924D-28D2-855A9034CA9A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42" creationId="{F596CADF-6179-C58F-7443-0078C1C36128}"/>
          </ac:spMkLst>
        </pc:spChg>
        <pc:spChg chg="add del">
          <ac:chgData name="Quang-Nguyen Vo-Huynh" userId="6a1b2bcfbbb34c0c" providerId="LiveId" clId="{418D35BF-17D0-47EF-B050-F7703380D9D6}" dt="2024-09-19T23:12:20.368" v="1" actId="21"/>
          <ac:spMkLst>
            <pc:docMk/>
            <pc:sldMk cId="65476974" sldId="257"/>
            <ac:spMk id="43" creationId="{27A4787B-9FC4-C426-F8CA-C05B766345E5}"/>
          </ac:spMkLst>
        </pc:spChg>
        <pc:grpChg chg="add del">
          <ac:chgData name="Quang-Nguyen Vo-Huynh" userId="6a1b2bcfbbb34c0c" providerId="LiveId" clId="{418D35BF-17D0-47EF-B050-F7703380D9D6}" dt="2024-09-19T23:12:20.368" v="1" actId="21"/>
          <ac:grpSpMkLst>
            <pc:docMk/>
            <pc:sldMk cId="65476974" sldId="257"/>
            <ac:grpSpMk id="15" creationId="{13D44CFC-F63D-9CD6-E5E1-411CA13A1CD7}"/>
          </ac:grpSpMkLst>
        </pc:grpChg>
        <pc:grpChg chg="add del">
          <ac:chgData name="Quang-Nguyen Vo-Huynh" userId="6a1b2bcfbbb34c0c" providerId="LiveId" clId="{418D35BF-17D0-47EF-B050-F7703380D9D6}" dt="2024-09-19T23:12:20.368" v="1" actId="21"/>
          <ac:grpSpMkLst>
            <pc:docMk/>
            <pc:sldMk cId="65476974" sldId="257"/>
            <ac:grpSpMk id="23" creationId="{9DA49BB5-11A0-BE89-B568-384A50B29FA3}"/>
          </ac:grpSpMkLst>
        </pc:grpChg>
        <pc:picChg chg="add del">
          <ac:chgData name="Quang-Nguyen Vo-Huynh" userId="6a1b2bcfbbb34c0c" providerId="LiveId" clId="{418D35BF-17D0-47EF-B050-F7703380D9D6}" dt="2024-09-19T23:12:20.368" v="1" actId="21"/>
          <ac:picMkLst>
            <pc:docMk/>
            <pc:sldMk cId="65476974" sldId="257"/>
            <ac:picMk id="6" creationId="{4CAD3FAD-F34C-4A36-C408-FAECB4DD69D3}"/>
          </ac:picMkLst>
        </pc:picChg>
        <pc:picChg chg="add del">
          <ac:chgData name="Quang-Nguyen Vo-Huynh" userId="6a1b2bcfbbb34c0c" providerId="LiveId" clId="{418D35BF-17D0-47EF-B050-F7703380D9D6}" dt="2024-09-19T23:12:20.368" v="1" actId="21"/>
          <ac:picMkLst>
            <pc:docMk/>
            <pc:sldMk cId="65476974" sldId="257"/>
            <ac:picMk id="9" creationId="{AD906804-A07B-0BE1-A35F-3892846FD22E}"/>
          </ac:picMkLst>
        </pc:picChg>
        <pc:picChg chg="add del">
          <ac:chgData name="Quang-Nguyen Vo-Huynh" userId="6a1b2bcfbbb34c0c" providerId="LiveId" clId="{418D35BF-17D0-47EF-B050-F7703380D9D6}" dt="2024-09-19T23:12:20.368" v="1" actId="21"/>
          <ac:picMkLst>
            <pc:docMk/>
            <pc:sldMk cId="65476974" sldId="257"/>
            <ac:picMk id="10" creationId="{5F068D90-6E89-69C8-0AE8-B8073007AE82}"/>
          </ac:picMkLst>
        </pc:picChg>
        <pc:picChg chg="add del">
          <ac:chgData name="Quang-Nguyen Vo-Huynh" userId="6a1b2bcfbbb34c0c" providerId="LiveId" clId="{418D35BF-17D0-47EF-B050-F7703380D9D6}" dt="2024-09-19T23:12:20.368" v="1" actId="21"/>
          <ac:picMkLst>
            <pc:docMk/>
            <pc:sldMk cId="65476974" sldId="257"/>
            <ac:picMk id="32" creationId="{6689F164-D4BA-13E4-2C33-9DE47CD3AF9F}"/>
          </ac:picMkLst>
        </pc:picChg>
        <pc:picChg chg="add del">
          <ac:chgData name="Quang-Nguyen Vo-Huynh" userId="6a1b2bcfbbb34c0c" providerId="LiveId" clId="{418D35BF-17D0-47EF-B050-F7703380D9D6}" dt="2024-09-19T23:12:20.368" v="1" actId="21"/>
          <ac:picMkLst>
            <pc:docMk/>
            <pc:sldMk cId="65476974" sldId="257"/>
            <ac:picMk id="44" creationId="{16799127-1A70-EE7C-5349-CD0E3DF67BF4}"/>
          </ac:picMkLst>
        </pc:picChg>
        <pc:picChg chg="add del">
          <ac:chgData name="Quang-Nguyen Vo-Huynh" userId="6a1b2bcfbbb34c0c" providerId="LiveId" clId="{418D35BF-17D0-47EF-B050-F7703380D9D6}" dt="2024-09-19T23:12:20.368" v="1" actId="21"/>
          <ac:picMkLst>
            <pc:docMk/>
            <pc:sldMk cId="65476974" sldId="257"/>
            <ac:picMk id="1028" creationId="{29080826-AD24-AD5D-7876-CD8F7FEFEF0B}"/>
          </ac:picMkLst>
        </pc:picChg>
        <pc:picChg chg="add del">
          <ac:chgData name="Quang-Nguyen Vo-Huynh" userId="6a1b2bcfbbb34c0c" providerId="LiveId" clId="{418D35BF-17D0-47EF-B050-F7703380D9D6}" dt="2024-09-19T23:12:20.368" v="1" actId="21"/>
          <ac:picMkLst>
            <pc:docMk/>
            <pc:sldMk cId="65476974" sldId="257"/>
            <ac:picMk id="1030" creationId="{1B18ED44-FFDB-E886-EF26-8FDC29BEC486}"/>
          </ac:picMkLst>
        </pc:picChg>
        <pc:cxnChg chg="add del">
          <ac:chgData name="Quang-Nguyen Vo-Huynh" userId="6a1b2bcfbbb34c0c" providerId="LiveId" clId="{418D35BF-17D0-47EF-B050-F7703380D9D6}" dt="2024-09-19T23:12:20.368" v="1" actId="21"/>
          <ac:cxnSpMkLst>
            <pc:docMk/>
            <pc:sldMk cId="65476974" sldId="257"/>
            <ac:cxnSpMk id="25" creationId="{402B3672-9241-BF84-58A1-6930B3DC24DA}"/>
          </ac:cxnSpMkLst>
        </pc:cxnChg>
        <pc:cxnChg chg="add del">
          <ac:chgData name="Quang-Nguyen Vo-Huynh" userId="6a1b2bcfbbb34c0c" providerId="LiveId" clId="{418D35BF-17D0-47EF-B050-F7703380D9D6}" dt="2024-09-19T23:12:20.368" v="1" actId="21"/>
          <ac:cxnSpMkLst>
            <pc:docMk/>
            <pc:sldMk cId="65476974" sldId="257"/>
            <ac:cxnSpMk id="36" creationId="{ED97116A-FCB7-9FAF-494A-6AC06C53F2D4}"/>
          </ac:cxnSpMkLst>
        </pc:cxnChg>
      </pc:sldChg>
      <pc:sldChg chg="addSp delSp modSp new mod">
        <pc:chgData name="Quang-Nguyen Vo-Huynh" userId="6a1b2bcfbbb34c0c" providerId="LiveId" clId="{418D35BF-17D0-47EF-B050-F7703380D9D6}" dt="2024-09-19T23:14:14.357" v="8" actId="1076"/>
        <pc:sldMkLst>
          <pc:docMk/>
          <pc:sldMk cId="2177479767" sldId="258"/>
        </pc:sldMkLst>
        <pc:spChg chg="del">
          <ac:chgData name="Quang-Nguyen Vo-Huynh" userId="6a1b2bcfbbb34c0c" providerId="LiveId" clId="{418D35BF-17D0-47EF-B050-F7703380D9D6}" dt="2024-09-19T23:12:51.141" v="3" actId="478"/>
          <ac:spMkLst>
            <pc:docMk/>
            <pc:sldMk cId="2177479767" sldId="258"/>
            <ac:spMk id="2" creationId="{F90E445F-8922-8E58-F45B-C4DB68804D82}"/>
          </ac:spMkLst>
        </pc:spChg>
        <pc:spChg chg="del">
          <ac:chgData name="Quang-Nguyen Vo-Huynh" userId="6a1b2bcfbbb34c0c" providerId="LiveId" clId="{418D35BF-17D0-47EF-B050-F7703380D9D6}" dt="2024-09-19T23:12:51.141" v="3" actId="478"/>
          <ac:spMkLst>
            <pc:docMk/>
            <pc:sldMk cId="2177479767" sldId="258"/>
            <ac:spMk id="3" creationId="{F2452097-0990-8447-4B20-F106372D3C28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5" creationId="{B5DCD169-006D-57A3-9ED9-55AF4CF89716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8" creationId="{BCA4C331-A320-33FC-DB69-236640779FB1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9" creationId="{5352ECF1-E25B-1B99-A25D-918A860A0D7D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0" creationId="{D3C08771-9CBD-BC46-4C40-85221F50717D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1" creationId="{7B6B0770-7B6C-8251-415A-30F85708CB05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2" creationId="{8F7C0711-53A6-A995-733E-55DAE8DBFE90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3" creationId="{FBC2A458-6DEA-A764-7C18-F30F55026432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4" creationId="{373C0822-CA2A-273F-9D43-EDE842608E03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20" creationId="{E9F69CC7-EF1B-DA83-51A9-45F82133C1CA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21" creationId="{71E54597-4A80-BE08-BE51-FF1E15A71ED4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22" creationId="{5C256F02-D074-FC40-66EA-214928EC626F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23" creationId="{5E8163B9-F1F6-7041-521C-A169F7E05279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24" creationId="{BAD85F2F-39FE-C591-218C-6115A6775897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26" creationId="{A5848242-73F0-67D6-D238-985707ADDA4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27" creationId="{D7126E7A-1AAB-8BB7-7BD1-F7A5229699CD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28" creationId="{483ACE2B-4A26-689B-E18F-40C22FFD300F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29" creationId="{DC2AEA8F-B11B-3A4C-7309-795AF3FF2B71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30" creationId="{6B1AA17F-45AD-7FF1-A3BC-9E4A9A0AE978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31" creationId="{BA79B7CD-26B9-FE6D-7C0C-0B75C72B8D5A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32" creationId="{60CF7C51-674E-EC10-F4DE-9A6FFBC7D89F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33" creationId="{5433B536-4B23-31D9-A4F7-2CE32E57A494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34" creationId="{F78C0211-7C17-C200-1E2A-B2A3BA659A9E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35" creationId="{A5C633A3-EC09-6A49-B8B4-ECB434189429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36" creationId="{19831CF8-A80F-A0BA-95D9-E4DDB37B0745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37" creationId="{B85A0B2A-C48E-A4DB-9AB6-67B34B85A87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41" creationId="{B0256EF6-830C-3504-1FF6-C4CC42E3701D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42" creationId="{70CD4C7C-ADFC-A773-1161-AA4D93B6A5EF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43" creationId="{C60369B7-3F0F-CBE7-D9F1-77539083BAA0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44" creationId="{3F94B8AE-E19C-14C1-2AF8-E5233EFC49A9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45" creationId="{2B5F6DF6-8169-AD9E-A7E6-B1B39990711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46" creationId="{091DDA93-B3EC-BB18-E10F-5AF405618785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47" creationId="{5FE6D5DC-832E-AA2D-4CA9-848FB20CC1F8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48" creationId="{55558DAC-042A-22C4-AE57-7CF3A042EBA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49" creationId="{9BD6B573-9B4B-E564-95FA-C3E548F2368E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50" creationId="{57BCB59D-7A60-6AB0-BCF4-F818D4AFEC15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51" creationId="{303B4652-B0BF-B204-05F8-C18B2C61E659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52" creationId="{447E291B-67E0-4788-F9AF-64365223AEA9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53" creationId="{20E68270-6995-C76F-4F80-76A17438B451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54" creationId="{A03292AE-B73B-53FB-240E-AB64D81E350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55" creationId="{81A90114-921E-965A-EC37-775749662963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56" creationId="{0F9817D2-7882-67EB-0915-086F94F40427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57" creationId="{9A88051F-DD40-8F7C-1C2D-9BD3430BF691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58" creationId="{656E3FB6-1428-94A4-D8EA-076006626E08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59" creationId="{84D4BAC0-238E-BE90-027C-AA8AED7C0BE0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60" creationId="{08A0C7C1-1BF7-8592-2891-2889AE4C5DC2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61" creationId="{DDD31F26-7070-82FA-9F35-85FD2E5605DE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62" creationId="{923AC2B8-47FE-802E-4AD7-23A201420BD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63" creationId="{C303C71B-5D16-A474-2CCD-25EAB21FB2B3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64" creationId="{8F8E6703-2244-F3C0-8F41-9A15BC957D16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65" creationId="{89E926A7-66C5-84DD-D66F-C73DDB9D39A4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66" creationId="{7751DDE2-5254-B3BA-070C-A083DC01D551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67" creationId="{BF49BD3C-B5A4-0835-1D4D-E5FEA040F93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73" creationId="{BB005570-8E94-1E63-2D22-653ABEB0462A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74" creationId="{BDE70B72-DE2D-D206-1F28-FB9F26B8630C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80" creationId="{2C52EC4E-0D5B-1C4A-F4F5-D3E8865C3818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81" creationId="{96AEC182-1E44-B655-E39F-21AA460A4508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82" creationId="{8E2CA76A-DC78-19CB-9510-3128242DDDCC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88" creationId="{8FE7F3C8-DDFD-AAE0-94B1-BC3A80C214CC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97" creationId="{F0FA06C6-B2E3-03B2-3EDE-300EA81169D9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00" creationId="{46386FE4-6131-36F2-1F71-249C5E52D7F8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06" creationId="{9C6C167D-58A8-DF4F-264F-F0B737C723CC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07" creationId="{2BC99FCF-CD63-7DCC-BCE3-227E288593B8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08" creationId="{F13914EB-B766-EC22-2FCB-9780674696A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09" creationId="{2399E4DE-429E-C918-3BA1-D53938AE7A9D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10" creationId="{5FDFFAE7-3B80-237E-5E07-C623B04FB8A8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11" creationId="{2789ADBB-94A1-58A3-6342-CC2D1EF15EA1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12" creationId="{66B32B93-A394-F11C-57F2-53559340D625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13" creationId="{FAC7EE80-2D75-5BF8-1D75-3906F25BB4D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14" creationId="{0BACE123-7599-0B9B-19B2-7E4F4535C53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15" creationId="{72F1D0DB-89E0-5CDE-A560-2388649E15B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16" creationId="{99FD0060-1406-233D-A9CB-AA001792DC38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17" creationId="{CDB18AE6-5B59-539E-3560-2B372C583183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18" creationId="{5B543B74-47D4-DB29-F398-5805DA8F2772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19" creationId="{C831A81C-9709-3F23-B3F6-7947A038C81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20" creationId="{94CA85BF-BF40-6525-B1B1-C33AFB877B3D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21" creationId="{7D20B86F-FDAB-8168-4F22-C71321B23A5B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22" creationId="{A58C1293-FC08-AD7C-97FF-2B2127B3BBDA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23" creationId="{5945DDDE-F252-27F8-B925-5AB3F761B5A0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24" creationId="{55840620-09B7-798E-77F0-42B8AF74D83D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25" creationId="{7471C58C-E364-2AAD-AD77-FE89D457FBB8}"/>
          </ac:spMkLst>
        </pc:spChg>
        <pc:spChg chg="mod">
          <ac:chgData name="Quang-Nguyen Vo-Huynh" userId="6a1b2bcfbbb34c0c" providerId="LiveId" clId="{418D35BF-17D0-47EF-B050-F7703380D9D6}" dt="2024-09-19T23:14:14.357" v="8" actId="1076"/>
          <ac:spMkLst>
            <pc:docMk/>
            <pc:sldMk cId="2177479767" sldId="258"/>
            <ac:spMk id="126" creationId="{105DC4DD-E1B1-D3AA-7312-11690EA35ECE}"/>
          </ac:spMkLst>
        </pc:spChg>
        <pc:grpChg chg="add mod">
          <ac:chgData name="Quang-Nguyen Vo-Huynh" userId="6a1b2bcfbbb34c0c" providerId="LiveId" clId="{418D35BF-17D0-47EF-B050-F7703380D9D6}" dt="2024-09-19T23:14:14.357" v="8" actId="1076"/>
          <ac:grpSpMkLst>
            <pc:docMk/>
            <pc:sldMk cId="2177479767" sldId="258"/>
            <ac:grpSpMk id="4" creationId="{25CAD5CD-5E58-5A68-2C84-A6684639125E}"/>
          </ac:grpSpMkLst>
        </pc:grpChg>
        <pc:grpChg chg="mod">
          <ac:chgData name="Quang-Nguyen Vo-Huynh" userId="6a1b2bcfbbb34c0c" providerId="LiveId" clId="{418D35BF-17D0-47EF-B050-F7703380D9D6}" dt="2024-09-19T23:14:14.357" v="8" actId="1076"/>
          <ac:grpSpMkLst>
            <pc:docMk/>
            <pc:sldMk cId="2177479767" sldId="258"/>
            <ac:grpSpMk id="6" creationId="{90202363-182A-A3C1-0FD8-6C2296D14927}"/>
          </ac:grpSpMkLst>
        </pc:grpChg>
        <pc:grpChg chg="mod">
          <ac:chgData name="Quang-Nguyen Vo-Huynh" userId="6a1b2bcfbbb34c0c" providerId="LiveId" clId="{418D35BF-17D0-47EF-B050-F7703380D9D6}" dt="2024-09-19T23:14:14.357" v="8" actId="1076"/>
          <ac:grpSpMkLst>
            <pc:docMk/>
            <pc:sldMk cId="2177479767" sldId="258"/>
            <ac:grpSpMk id="7" creationId="{0E75306F-6E3A-5B25-E21C-4EED1813874A}"/>
          </ac:grpSpMkLst>
        </pc:grpChg>
        <pc:grpChg chg="mod">
          <ac:chgData name="Quang-Nguyen Vo-Huynh" userId="6a1b2bcfbbb34c0c" providerId="LiveId" clId="{418D35BF-17D0-47EF-B050-F7703380D9D6}" dt="2024-09-19T23:14:14.357" v="8" actId="1076"/>
          <ac:grpSpMkLst>
            <pc:docMk/>
            <pc:sldMk cId="2177479767" sldId="258"/>
            <ac:grpSpMk id="25" creationId="{D06B5901-76BB-6E0F-84F4-357729D7BC71}"/>
          </ac:grpSpMkLst>
        </pc:grpChg>
        <pc:grpChg chg="mod">
          <ac:chgData name="Quang-Nguyen Vo-Huynh" userId="6a1b2bcfbbb34c0c" providerId="LiveId" clId="{418D35BF-17D0-47EF-B050-F7703380D9D6}" dt="2024-09-19T23:14:14.357" v="8" actId="1076"/>
          <ac:grpSpMkLst>
            <pc:docMk/>
            <pc:sldMk cId="2177479767" sldId="258"/>
            <ac:grpSpMk id="38" creationId="{6F776517-6349-5415-84A6-4BE92DE42546}"/>
          </ac:grpSpMkLst>
        </pc:grpChg>
        <pc:grpChg chg="mod">
          <ac:chgData name="Quang-Nguyen Vo-Huynh" userId="6a1b2bcfbbb34c0c" providerId="LiveId" clId="{418D35BF-17D0-47EF-B050-F7703380D9D6}" dt="2024-09-19T23:14:14.357" v="8" actId="1076"/>
          <ac:grpSpMkLst>
            <pc:docMk/>
            <pc:sldMk cId="2177479767" sldId="258"/>
            <ac:grpSpMk id="39" creationId="{CB531350-1C9E-8062-3968-64EE6FB5E0CE}"/>
          </ac:grpSpMkLst>
        </pc:grpChg>
        <pc:grpChg chg="mod">
          <ac:chgData name="Quang-Nguyen Vo-Huynh" userId="6a1b2bcfbbb34c0c" providerId="LiveId" clId="{418D35BF-17D0-47EF-B050-F7703380D9D6}" dt="2024-09-19T23:14:14.357" v="8" actId="1076"/>
          <ac:grpSpMkLst>
            <pc:docMk/>
            <pc:sldMk cId="2177479767" sldId="258"/>
            <ac:grpSpMk id="40" creationId="{61D95CF4-4E64-9E3C-772D-218136EADDD0}"/>
          </ac:grpSpMkLst>
        </pc:grp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15" creationId="{B25E1E0A-3B55-F631-06A8-02FE5C8443C8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16" creationId="{D5DC6F02-58B6-0400-4CAB-DE384AAA5CB4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17" creationId="{33516435-4E7B-5380-2E65-1E8E24CA636F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18" creationId="{8B2ECF0C-DEE9-28AE-78CB-F98FDDD06928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19" creationId="{FFB3FFD2-3CC5-642E-4481-27D0783E2360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68" creationId="{2C1A9BB6-DA30-1E8B-C4AB-26976A64D3E9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71" creationId="{E966076C-6CE6-7400-5BC4-DD8D44E14A36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75" creationId="{1E9750C7-A298-320A-EC24-6468D21A853A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78" creationId="{CAE9335F-61B8-8D2D-8B0F-36DCD96ACABD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83" creationId="{90D85DD9-EBC7-FB35-F971-8081B78B170A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86" creationId="{65A4AB7A-8E77-05C1-B710-F1C6C0F96BE2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89" creationId="{6465C88E-8571-298E-1210-C75BFA6A2935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92" creationId="{543E978F-A15F-D84E-B979-6E70FC623CDE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94" creationId="{27EE1115-0D76-8447-F431-7AF790407F65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98" creationId="{EF765108-2C9B-A886-697F-2EEB6DCA0056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101" creationId="{9FA8B798-D524-C0A8-83BA-87B7F1039B93}"/>
          </ac:picMkLst>
        </pc:picChg>
        <pc:picChg chg="mod">
          <ac:chgData name="Quang-Nguyen Vo-Huynh" userId="6a1b2bcfbbb34c0c" providerId="LiveId" clId="{418D35BF-17D0-47EF-B050-F7703380D9D6}" dt="2024-09-19T23:14:14.357" v="8" actId="1076"/>
          <ac:picMkLst>
            <pc:docMk/>
            <pc:sldMk cId="2177479767" sldId="258"/>
            <ac:picMk id="104" creationId="{DB505E54-5E57-CE26-25DF-935B539B9CBF}"/>
          </ac:picMkLst>
        </pc:pic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69" creationId="{0AA484EB-3E06-0823-A3F8-455505C55731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70" creationId="{19F3E473-CB26-4501-18E6-FE9F4EE2B8B0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72" creationId="{BB1096EA-A8B1-6E71-1302-86EB6C222B31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76" creationId="{D7F548A4-EF6E-AD5B-133C-3086729C58D5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77" creationId="{C273AACF-FA0C-FD37-94F9-A2466A2F7715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79" creationId="{A412F4E2-67B0-3D6A-837C-633F8054CE1A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84" creationId="{5B508916-221D-996A-FC19-9253F2F06B20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85" creationId="{E596423F-EB99-5B58-BCEB-0C88AA497BED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87" creationId="{6EF1F96E-1865-1AE1-DFB7-21D0EC85A283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90" creationId="{ED5D9553-CD31-BC83-C3FE-AC3824119A51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91" creationId="{2CD3F1E5-8CC6-B478-DEBE-FDEA125E422F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93" creationId="{5F206803-B000-3B42-8AD3-E410E1C51D16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95" creationId="{732B18AF-947F-2578-945C-129D2BF6859F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96" creationId="{223C995C-B3A4-4FB4-BCE9-69C7B082C63B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99" creationId="{F65AEF5E-5638-4022-074E-6ED09A8B03A3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102" creationId="{43C0A033-1D12-2B16-CB4C-26CEA0F4806C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103" creationId="{4442692E-8AD5-30B3-8C17-32EB1F7C1FBC}"/>
          </ac:cxnSpMkLst>
        </pc:cxnChg>
        <pc:cxnChg chg="mod">
          <ac:chgData name="Quang-Nguyen Vo-Huynh" userId="6a1b2bcfbbb34c0c" providerId="LiveId" clId="{418D35BF-17D0-47EF-B050-F7703380D9D6}" dt="2024-09-19T23:14:14.357" v="8" actId="1076"/>
          <ac:cxnSpMkLst>
            <pc:docMk/>
            <pc:sldMk cId="2177479767" sldId="258"/>
            <ac:cxnSpMk id="105" creationId="{B1A23585-3795-4D15-CA0B-4746C9D4FFE7}"/>
          </ac:cxnSpMkLst>
        </pc:cxnChg>
      </pc:sldChg>
      <pc:sldChg chg="addSp delSp modSp new mod">
        <pc:chgData name="Quang-Nguyen Vo-Huynh" userId="6a1b2bcfbbb34c0c" providerId="LiveId" clId="{418D35BF-17D0-47EF-B050-F7703380D9D6}" dt="2024-09-20T00:05:30.524" v="165" actId="14100"/>
        <pc:sldMkLst>
          <pc:docMk/>
          <pc:sldMk cId="148398291" sldId="259"/>
        </pc:sldMkLst>
        <pc:spChg chg="del">
          <ac:chgData name="Quang-Nguyen Vo-Huynh" userId="6a1b2bcfbbb34c0c" providerId="LiveId" clId="{418D35BF-17D0-47EF-B050-F7703380D9D6}" dt="2024-09-19T23:14:24.045" v="10" actId="478"/>
          <ac:spMkLst>
            <pc:docMk/>
            <pc:sldMk cId="148398291" sldId="259"/>
            <ac:spMk id="2" creationId="{A242D256-06E9-26AF-5725-A96A4622D4BA}"/>
          </ac:spMkLst>
        </pc:spChg>
        <pc:spChg chg="del">
          <ac:chgData name="Quang-Nguyen Vo-Huynh" userId="6a1b2bcfbbb34c0c" providerId="LiveId" clId="{418D35BF-17D0-47EF-B050-F7703380D9D6}" dt="2024-09-19T23:14:24.045" v="10" actId="478"/>
          <ac:spMkLst>
            <pc:docMk/>
            <pc:sldMk cId="148398291" sldId="259"/>
            <ac:spMk id="3" creationId="{6C9D59AC-7250-B006-AF10-5AC47FFADF81}"/>
          </ac:spMkLst>
        </pc:spChg>
        <pc:spChg chg="add del mod">
          <ac:chgData name="Quang-Nguyen Vo-Huynh" userId="6a1b2bcfbbb34c0c" providerId="LiveId" clId="{418D35BF-17D0-47EF-B050-F7703380D9D6}" dt="2024-09-20T00:02:06.752" v="117" actId="478"/>
          <ac:spMkLst>
            <pc:docMk/>
            <pc:sldMk cId="148398291" sldId="259"/>
            <ac:spMk id="6" creationId="{B540068B-0815-6DC8-18D2-DA4A0AAAFE93}"/>
          </ac:spMkLst>
        </pc:spChg>
        <pc:picChg chg="add mod">
          <ac:chgData name="Quang-Nguyen Vo-Huynh" userId="6a1b2bcfbbb34c0c" providerId="LiveId" clId="{418D35BF-17D0-47EF-B050-F7703380D9D6}" dt="2024-09-20T00:02:33.866" v="126" actId="1076"/>
          <ac:picMkLst>
            <pc:docMk/>
            <pc:sldMk cId="148398291" sldId="259"/>
            <ac:picMk id="5" creationId="{9CC8FC04-E669-44C3-38F3-79AD1A0A4B94}"/>
          </ac:picMkLst>
        </pc:picChg>
        <pc:picChg chg="add mod">
          <ac:chgData name="Quang-Nguyen Vo-Huynh" userId="6a1b2bcfbbb34c0c" providerId="LiveId" clId="{418D35BF-17D0-47EF-B050-F7703380D9D6}" dt="2024-09-20T00:03:13.436" v="138" actId="1076"/>
          <ac:picMkLst>
            <pc:docMk/>
            <pc:sldMk cId="148398291" sldId="259"/>
            <ac:picMk id="8" creationId="{09EBDA38-0733-1E02-DC12-280E05CF2B34}"/>
          </ac:picMkLst>
        </pc:picChg>
        <pc:picChg chg="add mod">
          <ac:chgData name="Quang-Nguyen Vo-Huynh" userId="6a1b2bcfbbb34c0c" providerId="LiveId" clId="{418D35BF-17D0-47EF-B050-F7703380D9D6}" dt="2024-09-20T00:04:21.260" v="148" actId="14100"/>
          <ac:picMkLst>
            <pc:docMk/>
            <pc:sldMk cId="148398291" sldId="259"/>
            <ac:picMk id="10" creationId="{26EEADA8-ADF8-D342-D515-DA2E9802237E}"/>
          </ac:picMkLst>
        </pc:picChg>
        <pc:picChg chg="add mod">
          <ac:chgData name="Quang-Nguyen Vo-Huynh" userId="6a1b2bcfbbb34c0c" providerId="LiveId" clId="{418D35BF-17D0-47EF-B050-F7703380D9D6}" dt="2024-09-20T00:05:00.872" v="156" actId="1076"/>
          <ac:picMkLst>
            <pc:docMk/>
            <pc:sldMk cId="148398291" sldId="259"/>
            <ac:picMk id="12" creationId="{84D25872-82D8-02ED-B0A9-6EDFDB6368E9}"/>
          </ac:picMkLst>
        </pc:picChg>
        <pc:picChg chg="add mod">
          <ac:chgData name="Quang-Nguyen Vo-Huynh" userId="6a1b2bcfbbb34c0c" providerId="LiveId" clId="{418D35BF-17D0-47EF-B050-F7703380D9D6}" dt="2024-09-20T00:05:28.310" v="164" actId="1076"/>
          <ac:picMkLst>
            <pc:docMk/>
            <pc:sldMk cId="148398291" sldId="259"/>
            <ac:picMk id="14" creationId="{A30A4BB1-E78B-5BAC-D1E6-F411D5BE1DCD}"/>
          </ac:picMkLst>
        </pc:picChg>
        <pc:picChg chg="add del">
          <ac:chgData name="Quang-Nguyen Vo-Huynh" userId="6a1b2bcfbbb34c0c" providerId="LiveId" clId="{418D35BF-17D0-47EF-B050-F7703380D9D6}" dt="2024-09-20T00:01:13.967" v="105" actId="478"/>
          <ac:picMkLst>
            <pc:docMk/>
            <pc:sldMk cId="148398291" sldId="259"/>
            <ac:picMk id="16" creationId="{7E8105DA-98D6-B166-A133-4146BB7EE370}"/>
          </ac:picMkLst>
        </pc:picChg>
        <pc:picChg chg="add mod ord">
          <ac:chgData name="Quang-Nguyen Vo-Huynh" userId="6a1b2bcfbbb34c0c" providerId="LiveId" clId="{418D35BF-17D0-47EF-B050-F7703380D9D6}" dt="2024-09-20T00:04:35.480" v="151" actId="1076"/>
          <ac:picMkLst>
            <pc:docMk/>
            <pc:sldMk cId="148398291" sldId="259"/>
            <ac:picMk id="17" creationId="{99F00FBA-AC0F-A383-6C3E-30773B2A1CB4}"/>
          </ac:picMkLst>
        </pc:picChg>
        <pc:cxnChg chg="add mod">
          <ac:chgData name="Quang-Nguyen Vo-Huynh" userId="6a1b2bcfbbb34c0c" providerId="LiveId" clId="{418D35BF-17D0-47EF-B050-F7703380D9D6}" dt="2024-09-20T00:02:50.806" v="129" actId="208"/>
          <ac:cxnSpMkLst>
            <pc:docMk/>
            <pc:sldMk cId="148398291" sldId="259"/>
            <ac:cxnSpMk id="19" creationId="{BB4E10A3-D9DD-F58D-30A8-20CB36C8BAD1}"/>
          </ac:cxnSpMkLst>
        </pc:cxnChg>
        <pc:cxnChg chg="add mod">
          <ac:chgData name="Quang-Nguyen Vo-Huynh" userId="6a1b2bcfbbb34c0c" providerId="LiveId" clId="{418D35BF-17D0-47EF-B050-F7703380D9D6}" dt="2024-09-20T00:03:16.101" v="139" actId="14100"/>
          <ac:cxnSpMkLst>
            <pc:docMk/>
            <pc:sldMk cId="148398291" sldId="259"/>
            <ac:cxnSpMk id="20" creationId="{0928B2F6-AB30-C6A7-7CD3-ED6195C58A6D}"/>
          </ac:cxnSpMkLst>
        </pc:cxnChg>
        <pc:cxnChg chg="add mod">
          <ac:chgData name="Quang-Nguyen Vo-Huynh" userId="6a1b2bcfbbb34c0c" providerId="LiveId" clId="{418D35BF-17D0-47EF-B050-F7703380D9D6}" dt="2024-09-20T00:04:21.260" v="148" actId="14100"/>
          <ac:cxnSpMkLst>
            <pc:docMk/>
            <pc:sldMk cId="148398291" sldId="259"/>
            <ac:cxnSpMk id="24" creationId="{B12F085C-7932-EAF0-A6F3-C40000686E70}"/>
          </ac:cxnSpMkLst>
        </pc:cxnChg>
        <pc:cxnChg chg="add mod">
          <ac:chgData name="Quang-Nguyen Vo-Huynh" userId="6a1b2bcfbbb34c0c" providerId="LiveId" clId="{418D35BF-17D0-47EF-B050-F7703380D9D6}" dt="2024-09-20T00:05:02.968" v="157" actId="14100"/>
          <ac:cxnSpMkLst>
            <pc:docMk/>
            <pc:sldMk cId="148398291" sldId="259"/>
            <ac:cxnSpMk id="29" creationId="{381909CD-39B8-CE0F-8DEA-01AF84C1825C}"/>
          </ac:cxnSpMkLst>
        </pc:cxnChg>
        <pc:cxnChg chg="add mod">
          <ac:chgData name="Quang-Nguyen Vo-Huynh" userId="6a1b2bcfbbb34c0c" providerId="LiveId" clId="{418D35BF-17D0-47EF-B050-F7703380D9D6}" dt="2024-09-20T00:05:30.524" v="165" actId="14100"/>
          <ac:cxnSpMkLst>
            <pc:docMk/>
            <pc:sldMk cId="148398291" sldId="259"/>
            <ac:cxnSpMk id="33" creationId="{F87A55C4-908C-B304-ED7F-049030884BF8}"/>
          </ac:cxnSpMkLst>
        </pc:cxnChg>
      </pc:sldChg>
      <pc:sldChg chg="addSp delSp modSp new mod ord">
        <pc:chgData name="Quang-Nguyen Vo-Huynh" userId="6a1b2bcfbbb34c0c" providerId="LiveId" clId="{418D35BF-17D0-47EF-B050-F7703380D9D6}" dt="2024-09-20T00:14:18.288" v="309" actId="14100"/>
        <pc:sldMkLst>
          <pc:docMk/>
          <pc:sldMk cId="2308111737" sldId="260"/>
        </pc:sldMkLst>
        <pc:spChg chg="del">
          <ac:chgData name="Quang-Nguyen Vo-Huynh" userId="6a1b2bcfbbb34c0c" providerId="LiveId" clId="{418D35BF-17D0-47EF-B050-F7703380D9D6}" dt="2024-09-19T23:23:16.845" v="24" actId="478"/>
          <ac:spMkLst>
            <pc:docMk/>
            <pc:sldMk cId="2308111737" sldId="260"/>
            <ac:spMk id="2" creationId="{CC5E4E6D-C855-23BB-5A2B-03DBF1BA435D}"/>
          </ac:spMkLst>
        </pc:spChg>
        <pc:spChg chg="del">
          <ac:chgData name="Quang-Nguyen Vo-Huynh" userId="6a1b2bcfbbb34c0c" providerId="LiveId" clId="{418D35BF-17D0-47EF-B050-F7703380D9D6}" dt="2024-09-19T23:23:16.845" v="24" actId="478"/>
          <ac:spMkLst>
            <pc:docMk/>
            <pc:sldMk cId="2308111737" sldId="260"/>
            <ac:spMk id="3" creationId="{AACBA816-69C7-B86D-A6F7-7B3DC429B500}"/>
          </ac:spMkLst>
        </pc:spChg>
        <pc:spChg chg="add del mod">
          <ac:chgData name="Quang-Nguyen Vo-Huynh" userId="6a1b2bcfbbb34c0c" providerId="LiveId" clId="{418D35BF-17D0-47EF-B050-F7703380D9D6}" dt="2024-09-20T00:08:55.734" v="231" actId="478"/>
          <ac:spMkLst>
            <pc:docMk/>
            <pc:sldMk cId="2308111737" sldId="260"/>
            <ac:spMk id="6" creationId="{3EF1D4E4-42EF-89BA-516A-77756A7CB0EB}"/>
          </ac:spMkLst>
        </pc:spChg>
        <pc:picChg chg="add del mod">
          <ac:chgData name="Quang-Nguyen Vo-Huynh" userId="6a1b2bcfbbb34c0c" providerId="LiveId" clId="{418D35BF-17D0-47EF-B050-F7703380D9D6}" dt="2024-09-20T00:06:17.454" v="176" actId="21"/>
          <ac:picMkLst>
            <pc:docMk/>
            <pc:sldMk cId="2308111737" sldId="260"/>
            <ac:picMk id="5" creationId="{B415A136-EFB2-3F68-D45F-CF90E58DC3FC}"/>
          </ac:picMkLst>
        </pc:picChg>
        <pc:picChg chg="add del mod">
          <ac:chgData name="Quang-Nguyen Vo-Huynh" userId="6a1b2bcfbbb34c0c" providerId="LiveId" clId="{418D35BF-17D0-47EF-B050-F7703380D9D6}" dt="2024-09-20T00:06:41.193" v="185" actId="21"/>
          <ac:picMkLst>
            <pc:docMk/>
            <pc:sldMk cId="2308111737" sldId="260"/>
            <ac:picMk id="8" creationId="{779FCFC4-7F4A-3A22-DF10-393DD366B08D}"/>
          </ac:picMkLst>
        </pc:picChg>
        <pc:picChg chg="add del mod">
          <ac:chgData name="Quang-Nguyen Vo-Huynh" userId="6a1b2bcfbbb34c0c" providerId="LiveId" clId="{418D35BF-17D0-47EF-B050-F7703380D9D6}" dt="2024-09-20T00:07:22.098" v="201" actId="21"/>
          <ac:picMkLst>
            <pc:docMk/>
            <pc:sldMk cId="2308111737" sldId="260"/>
            <ac:picMk id="10" creationId="{CCBA4771-D2E0-2003-B03B-88C5638BBFF0}"/>
          </ac:picMkLst>
        </pc:picChg>
        <pc:picChg chg="add del mod">
          <ac:chgData name="Quang-Nguyen Vo-Huynh" userId="6a1b2bcfbbb34c0c" providerId="LiveId" clId="{418D35BF-17D0-47EF-B050-F7703380D9D6}" dt="2024-09-20T00:07:54.610" v="212" actId="21"/>
          <ac:picMkLst>
            <pc:docMk/>
            <pc:sldMk cId="2308111737" sldId="260"/>
            <ac:picMk id="12" creationId="{E77E738D-482D-151A-18C3-3AA3061A28FC}"/>
          </ac:picMkLst>
        </pc:picChg>
        <pc:picChg chg="add del mod">
          <ac:chgData name="Quang-Nguyen Vo-Huynh" userId="6a1b2bcfbbb34c0c" providerId="LiveId" clId="{418D35BF-17D0-47EF-B050-F7703380D9D6}" dt="2024-09-20T00:08:20.147" v="221" actId="21"/>
          <ac:picMkLst>
            <pc:docMk/>
            <pc:sldMk cId="2308111737" sldId="260"/>
            <ac:picMk id="14" creationId="{F57C005A-33D0-D493-1136-B1402BA4C121}"/>
          </ac:picMkLst>
        </pc:picChg>
        <pc:picChg chg="add mod">
          <ac:chgData name="Quang-Nguyen Vo-Huynh" userId="6a1b2bcfbbb34c0c" providerId="LiveId" clId="{418D35BF-17D0-47EF-B050-F7703380D9D6}" dt="2024-09-20T00:14:13.336" v="307" actId="1076"/>
          <ac:picMkLst>
            <pc:docMk/>
            <pc:sldMk cId="2308111737" sldId="260"/>
            <ac:picMk id="16" creationId="{344C47D2-3E83-8E84-444F-52C51E52D2C5}"/>
          </ac:picMkLst>
        </pc:picChg>
        <pc:picChg chg="add mod">
          <ac:chgData name="Quang-Nguyen Vo-Huynh" userId="6a1b2bcfbbb34c0c" providerId="LiveId" clId="{418D35BF-17D0-47EF-B050-F7703380D9D6}" dt="2024-09-20T00:13:02.667" v="289" actId="14100"/>
          <ac:picMkLst>
            <pc:docMk/>
            <pc:sldMk cId="2308111737" sldId="260"/>
            <ac:picMk id="17" creationId="{8FC27534-FF4F-E959-0087-E696C00B6113}"/>
          </ac:picMkLst>
        </pc:picChg>
        <pc:picChg chg="add mod">
          <ac:chgData name="Quang-Nguyen Vo-Huynh" userId="6a1b2bcfbbb34c0c" providerId="LiveId" clId="{418D35BF-17D0-47EF-B050-F7703380D9D6}" dt="2024-09-20T00:13:06.157" v="290" actId="14100"/>
          <ac:picMkLst>
            <pc:docMk/>
            <pc:sldMk cId="2308111737" sldId="260"/>
            <ac:picMk id="21" creationId="{150B0473-4A6F-65B8-21BD-A702A7CB42EB}"/>
          </ac:picMkLst>
        </pc:picChg>
        <pc:picChg chg="add mod">
          <ac:chgData name="Quang-Nguyen Vo-Huynh" userId="6a1b2bcfbbb34c0c" providerId="LiveId" clId="{418D35BF-17D0-47EF-B050-F7703380D9D6}" dt="2024-09-20T00:13:12.064" v="292" actId="14100"/>
          <ac:picMkLst>
            <pc:docMk/>
            <pc:sldMk cId="2308111737" sldId="260"/>
            <ac:picMk id="25" creationId="{1DAF7E6A-9FFB-E07D-BCE5-9DD5721A5174}"/>
          </ac:picMkLst>
        </pc:picChg>
        <pc:picChg chg="add mod">
          <ac:chgData name="Quang-Nguyen Vo-Huynh" userId="6a1b2bcfbbb34c0c" providerId="LiveId" clId="{418D35BF-17D0-47EF-B050-F7703380D9D6}" dt="2024-09-20T00:13:19.131" v="294" actId="1076"/>
          <ac:picMkLst>
            <pc:docMk/>
            <pc:sldMk cId="2308111737" sldId="260"/>
            <ac:picMk id="29" creationId="{A261CC88-6D90-A379-D900-7BFD8B0B5B82}"/>
          </ac:picMkLst>
        </pc:picChg>
        <pc:picChg chg="add mod">
          <ac:chgData name="Quang-Nguyen Vo-Huynh" userId="6a1b2bcfbbb34c0c" providerId="LiveId" clId="{418D35BF-17D0-47EF-B050-F7703380D9D6}" dt="2024-09-20T00:14:12.473" v="306" actId="14100"/>
          <ac:picMkLst>
            <pc:docMk/>
            <pc:sldMk cId="2308111737" sldId="260"/>
            <ac:picMk id="33" creationId="{F4C02740-D360-1600-1BD9-7AC4D4460B75}"/>
          </ac:picMkLst>
        </pc:picChg>
        <pc:cxnChg chg="add mod">
          <ac:chgData name="Quang-Nguyen Vo-Huynh" userId="6a1b2bcfbbb34c0c" providerId="LiveId" clId="{418D35BF-17D0-47EF-B050-F7703380D9D6}" dt="2024-09-20T00:13:02.667" v="289" actId="14100"/>
          <ac:cxnSpMkLst>
            <pc:docMk/>
            <pc:sldMk cId="2308111737" sldId="260"/>
            <ac:cxnSpMk id="18" creationId="{401C75D3-256A-4444-237B-BC7803F63353}"/>
          </ac:cxnSpMkLst>
        </pc:cxnChg>
        <pc:cxnChg chg="add mod">
          <ac:chgData name="Quang-Nguyen Vo-Huynh" userId="6a1b2bcfbbb34c0c" providerId="LiveId" clId="{418D35BF-17D0-47EF-B050-F7703380D9D6}" dt="2024-09-20T00:13:06.157" v="290" actId="14100"/>
          <ac:cxnSpMkLst>
            <pc:docMk/>
            <pc:sldMk cId="2308111737" sldId="260"/>
            <ac:cxnSpMk id="22" creationId="{A723FE4A-C3A7-A285-7111-5D456F7A0126}"/>
          </ac:cxnSpMkLst>
        </pc:cxnChg>
        <pc:cxnChg chg="add mod">
          <ac:chgData name="Quang-Nguyen Vo-Huynh" userId="6a1b2bcfbbb34c0c" providerId="LiveId" clId="{418D35BF-17D0-47EF-B050-F7703380D9D6}" dt="2024-09-20T00:13:12.064" v="292" actId="14100"/>
          <ac:cxnSpMkLst>
            <pc:docMk/>
            <pc:sldMk cId="2308111737" sldId="260"/>
            <ac:cxnSpMk id="26" creationId="{D3A1F2F8-1C1A-24A7-2599-78BB0D7B461C}"/>
          </ac:cxnSpMkLst>
        </pc:cxnChg>
        <pc:cxnChg chg="add mod">
          <ac:chgData name="Quang-Nguyen Vo-Huynh" userId="6a1b2bcfbbb34c0c" providerId="LiveId" clId="{418D35BF-17D0-47EF-B050-F7703380D9D6}" dt="2024-09-20T00:13:23.023" v="295" actId="14100"/>
          <ac:cxnSpMkLst>
            <pc:docMk/>
            <pc:sldMk cId="2308111737" sldId="260"/>
            <ac:cxnSpMk id="30" creationId="{A7921F5A-9DCB-C603-561E-7DD3C776CC96}"/>
          </ac:cxnSpMkLst>
        </pc:cxnChg>
        <pc:cxnChg chg="add mod">
          <ac:chgData name="Quang-Nguyen Vo-Huynh" userId="6a1b2bcfbbb34c0c" providerId="LiveId" clId="{418D35BF-17D0-47EF-B050-F7703380D9D6}" dt="2024-09-20T00:14:18.288" v="309" actId="14100"/>
          <ac:cxnSpMkLst>
            <pc:docMk/>
            <pc:sldMk cId="2308111737" sldId="260"/>
            <ac:cxnSpMk id="40" creationId="{705A935D-4312-F04A-ACF6-43C6DD4FEAE9}"/>
          </ac:cxnSpMkLst>
        </pc:cxnChg>
      </pc:sldChg>
      <pc:sldChg chg="addSp delSp modSp new mod ord modShow">
        <pc:chgData name="Quang-Nguyen Vo-Huynh" userId="6a1b2bcfbbb34c0c" providerId="LiveId" clId="{418D35BF-17D0-47EF-B050-F7703380D9D6}" dt="2024-09-20T00:10:42.482" v="246" actId="729"/>
        <pc:sldMkLst>
          <pc:docMk/>
          <pc:sldMk cId="3223322956" sldId="261"/>
        </pc:sldMkLst>
        <pc:spChg chg="del">
          <ac:chgData name="Quang-Nguyen Vo-Huynh" userId="6a1b2bcfbbb34c0c" providerId="LiveId" clId="{418D35BF-17D0-47EF-B050-F7703380D9D6}" dt="2024-09-19T23:27:03.574" v="40" actId="478"/>
          <ac:spMkLst>
            <pc:docMk/>
            <pc:sldMk cId="3223322956" sldId="261"/>
            <ac:spMk id="2" creationId="{9EF72F85-3141-24F3-0A02-362DF6889570}"/>
          </ac:spMkLst>
        </pc:spChg>
        <pc:spChg chg="del">
          <ac:chgData name="Quang-Nguyen Vo-Huynh" userId="6a1b2bcfbbb34c0c" providerId="LiveId" clId="{418D35BF-17D0-47EF-B050-F7703380D9D6}" dt="2024-09-19T23:27:03.574" v="40" actId="478"/>
          <ac:spMkLst>
            <pc:docMk/>
            <pc:sldMk cId="3223322956" sldId="261"/>
            <ac:spMk id="3" creationId="{0A145F20-8DC1-38A9-8879-3C83B36FF701}"/>
          </ac:spMkLst>
        </pc:spChg>
        <pc:spChg chg="add mod">
          <ac:chgData name="Quang-Nguyen Vo-Huynh" userId="6a1b2bcfbbb34c0c" providerId="LiveId" clId="{418D35BF-17D0-47EF-B050-F7703380D9D6}" dt="2024-09-19T23:38:16.765" v="83" actId="1076"/>
          <ac:spMkLst>
            <pc:docMk/>
            <pc:sldMk cId="3223322956" sldId="261"/>
            <ac:spMk id="6" creationId="{246B5941-F384-F96C-02A1-5CF3E9EB7C7E}"/>
          </ac:spMkLst>
        </pc:spChg>
        <pc:picChg chg="add mod">
          <ac:chgData name="Quang-Nguyen Vo-Huynh" userId="6a1b2bcfbbb34c0c" providerId="LiveId" clId="{418D35BF-17D0-47EF-B050-F7703380D9D6}" dt="2024-09-19T23:38:16.765" v="83" actId="1076"/>
          <ac:picMkLst>
            <pc:docMk/>
            <pc:sldMk cId="3223322956" sldId="261"/>
            <ac:picMk id="5" creationId="{264E24D5-AF0E-4AF9-E43E-60B546F06FA4}"/>
          </ac:picMkLst>
        </pc:picChg>
        <pc:picChg chg="add del">
          <ac:chgData name="Quang-Nguyen Vo-Huynh" userId="6a1b2bcfbbb34c0c" providerId="LiveId" clId="{418D35BF-17D0-47EF-B050-F7703380D9D6}" dt="2024-09-19T23:27:59.876" v="52" actId="21"/>
          <ac:picMkLst>
            <pc:docMk/>
            <pc:sldMk cId="3223322956" sldId="261"/>
            <ac:picMk id="8" creationId="{8FC27534-FF4F-E959-0087-E696C00B6113}"/>
          </ac:picMkLst>
        </pc:picChg>
        <pc:picChg chg="add mod">
          <ac:chgData name="Quang-Nguyen Vo-Huynh" userId="6a1b2bcfbbb34c0c" providerId="LiveId" clId="{418D35BF-17D0-47EF-B050-F7703380D9D6}" dt="2024-09-19T23:38:16.765" v="83" actId="1076"/>
          <ac:picMkLst>
            <pc:docMk/>
            <pc:sldMk cId="3223322956" sldId="261"/>
            <ac:picMk id="10" creationId="{90430826-50BF-BDC6-2BDB-4CDE8FAE3918}"/>
          </ac:picMkLst>
        </pc:picChg>
        <pc:picChg chg="add mod">
          <ac:chgData name="Quang-Nguyen Vo-Huynh" userId="6a1b2bcfbbb34c0c" providerId="LiveId" clId="{418D35BF-17D0-47EF-B050-F7703380D9D6}" dt="2024-09-19T23:38:16.765" v="83" actId="1076"/>
          <ac:picMkLst>
            <pc:docMk/>
            <pc:sldMk cId="3223322956" sldId="261"/>
            <ac:picMk id="12" creationId="{0BB4F0CC-4EDE-38F5-1262-96FAC06D68B6}"/>
          </ac:picMkLst>
        </pc:picChg>
        <pc:picChg chg="add mod">
          <ac:chgData name="Quang-Nguyen Vo-Huynh" userId="6a1b2bcfbbb34c0c" providerId="LiveId" clId="{418D35BF-17D0-47EF-B050-F7703380D9D6}" dt="2024-09-19T23:45:52.121" v="91" actId="1076"/>
          <ac:picMkLst>
            <pc:docMk/>
            <pc:sldMk cId="3223322956" sldId="261"/>
            <ac:picMk id="14" creationId="{E1B9FEF2-14EF-179E-C218-9986C8D699BD}"/>
          </ac:picMkLst>
        </pc:picChg>
        <pc:picChg chg="add mod">
          <ac:chgData name="Quang-Nguyen Vo-Huynh" userId="6a1b2bcfbbb34c0c" providerId="LiveId" clId="{418D35BF-17D0-47EF-B050-F7703380D9D6}" dt="2024-09-19T23:55:08.223" v="99" actId="1076"/>
          <ac:picMkLst>
            <pc:docMk/>
            <pc:sldMk cId="3223322956" sldId="261"/>
            <ac:picMk id="16" creationId="{A3BDD070-5B7D-9673-F912-B72BDEF35597}"/>
          </ac:picMkLst>
        </pc:picChg>
      </pc:sldChg>
      <pc:sldChg chg="addSp delSp modSp new mod">
        <pc:chgData name="Quang-Nguyen Vo-Huynh" userId="6a1b2bcfbbb34c0c" providerId="LiveId" clId="{418D35BF-17D0-47EF-B050-F7703380D9D6}" dt="2024-09-20T00:12:44.535" v="285" actId="478"/>
        <pc:sldMkLst>
          <pc:docMk/>
          <pc:sldMk cId="772875685" sldId="262"/>
        </pc:sldMkLst>
        <pc:spChg chg="del">
          <ac:chgData name="Quang-Nguyen Vo-Huynh" userId="6a1b2bcfbbb34c0c" providerId="LiveId" clId="{418D35BF-17D0-47EF-B050-F7703380D9D6}" dt="2024-09-19T23:28:04.507" v="54" actId="478"/>
          <ac:spMkLst>
            <pc:docMk/>
            <pc:sldMk cId="772875685" sldId="262"/>
            <ac:spMk id="2" creationId="{E9895238-FF9B-C0AE-FCFB-27C69BAC63C8}"/>
          </ac:spMkLst>
        </pc:spChg>
        <pc:spChg chg="del">
          <ac:chgData name="Quang-Nguyen Vo-Huynh" userId="6a1b2bcfbbb34c0c" providerId="LiveId" clId="{418D35BF-17D0-47EF-B050-F7703380D9D6}" dt="2024-09-19T23:28:04.507" v="54" actId="478"/>
          <ac:spMkLst>
            <pc:docMk/>
            <pc:sldMk cId="772875685" sldId="262"/>
            <ac:spMk id="3" creationId="{E0CCE0A5-E2D6-342A-9F57-B5B1F547ECD1}"/>
          </ac:spMkLst>
        </pc:spChg>
        <pc:spChg chg="add mod">
          <ac:chgData name="Quang-Nguyen Vo-Huynh" userId="6a1b2bcfbbb34c0c" providerId="LiveId" clId="{418D35BF-17D0-47EF-B050-F7703380D9D6}" dt="2024-09-19T23:29:27.211" v="70" actId="1076"/>
          <ac:spMkLst>
            <pc:docMk/>
            <pc:sldMk cId="772875685" sldId="262"/>
            <ac:spMk id="4" creationId="{AC91A7D4-5460-FE2E-2261-FA219A93EBDE}"/>
          </ac:spMkLst>
        </pc:spChg>
        <pc:picChg chg="add del mod">
          <ac:chgData name="Quang-Nguyen Vo-Huynh" userId="6a1b2bcfbbb34c0c" providerId="LiveId" clId="{418D35BF-17D0-47EF-B050-F7703380D9D6}" dt="2024-09-20T00:11:46.666" v="269" actId="478"/>
          <ac:picMkLst>
            <pc:docMk/>
            <pc:sldMk cId="772875685" sldId="262"/>
            <ac:picMk id="6" creationId="{20814229-9791-74F3-9D8D-26EB1DA103FC}"/>
          </ac:picMkLst>
        </pc:picChg>
        <pc:picChg chg="add del mod">
          <ac:chgData name="Quang-Nguyen Vo-Huynh" userId="6a1b2bcfbbb34c0c" providerId="LiveId" clId="{418D35BF-17D0-47EF-B050-F7703380D9D6}" dt="2024-09-20T00:10:45.569" v="247" actId="21"/>
          <ac:picMkLst>
            <pc:docMk/>
            <pc:sldMk cId="772875685" sldId="262"/>
            <ac:picMk id="8" creationId="{8FC27534-FF4F-E959-0087-E696C00B6113}"/>
          </ac:picMkLst>
        </pc:picChg>
        <pc:picChg chg="add del mod">
          <ac:chgData name="Quang-Nguyen Vo-Huynh" userId="6a1b2bcfbbb34c0c" providerId="LiveId" clId="{418D35BF-17D0-47EF-B050-F7703380D9D6}" dt="2024-09-20T00:12:17.198" v="276" actId="478"/>
          <ac:picMkLst>
            <pc:docMk/>
            <pc:sldMk cId="772875685" sldId="262"/>
            <ac:picMk id="9" creationId="{98BFE57D-6435-2FB4-3930-7CEEA3381B18}"/>
          </ac:picMkLst>
        </pc:picChg>
        <pc:picChg chg="add del mod">
          <ac:chgData name="Quang-Nguyen Vo-Huynh" userId="6a1b2bcfbbb34c0c" providerId="LiveId" clId="{418D35BF-17D0-47EF-B050-F7703380D9D6}" dt="2024-09-20T00:12:44.535" v="285" actId="478"/>
          <ac:picMkLst>
            <pc:docMk/>
            <pc:sldMk cId="772875685" sldId="262"/>
            <ac:picMk id="11" creationId="{8DD7ADAD-0E72-036D-B9B2-00DF0247259F}"/>
          </ac:picMkLst>
        </pc:picChg>
        <pc:picChg chg="add mod">
          <ac:chgData name="Quang-Nguyen Vo-Huynh" userId="6a1b2bcfbbb34c0c" providerId="LiveId" clId="{418D35BF-17D0-47EF-B050-F7703380D9D6}" dt="2024-09-19T23:44:30.581" v="89" actId="1076"/>
          <ac:picMkLst>
            <pc:docMk/>
            <pc:sldMk cId="772875685" sldId="262"/>
            <ac:picMk id="13" creationId="{1BC2B800-D8AF-640E-578A-916BCD3D5393}"/>
          </ac:picMkLst>
        </pc:picChg>
      </pc:sldChg>
      <pc:sldChg chg="addSp delSp modSp new mod">
        <pc:chgData name="Quang-Nguyen Vo-Huynh" userId="6a1b2bcfbbb34c0c" providerId="LiveId" clId="{418D35BF-17D0-47EF-B050-F7703380D9D6}" dt="2024-09-20T00:08:42.162" v="228" actId="14100"/>
        <pc:sldMkLst>
          <pc:docMk/>
          <pc:sldMk cId="2374055507" sldId="263"/>
        </pc:sldMkLst>
        <pc:spChg chg="del">
          <ac:chgData name="Quang-Nguyen Vo-Huynh" userId="6a1b2bcfbbb34c0c" providerId="LiveId" clId="{418D35BF-17D0-47EF-B050-F7703380D9D6}" dt="2024-09-20T00:05:46.380" v="167" actId="478"/>
          <ac:spMkLst>
            <pc:docMk/>
            <pc:sldMk cId="2374055507" sldId="263"/>
            <ac:spMk id="2" creationId="{5DCC78E9-9DB4-626F-69AF-D5DAA004CA44}"/>
          </ac:spMkLst>
        </pc:spChg>
        <pc:spChg chg="del">
          <ac:chgData name="Quang-Nguyen Vo-Huynh" userId="6a1b2bcfbbb34c0c" providerId="LiveId" clId="{418D35BF-17D0-47EF-B050-F7703380D9D6}" dt="2024-09-20T00:05:46.380" v="167" actId="478"/>
          <ac:spMkLst>
            <pc:docMk/>
            <pc:sldMk cId="2374055507" sldId="263"/>
            <ac:spMk id="3" creationId="{C92DC159-3082-0F9A-4A50-BABFC60E0033}"/>
          </ac:spMkLst>
        </pc:spChg>
        <pc:picChg chg="add mod">
          <ac:chgData name="Quang-Nguyen Vo-Huynh" userId="6a1b2bcfbbb34c0c" providerId="LiveId" clId="{418D35BF-17D0-47EF-B050-F7703380D9D6}" dt="2024-09-20T00:06:12.844" v="175" actId="1076"/>
          <ac:picMkLst>
            <pc:docMk/>
            <pc:sldMk cId="2374055507" sldId="263"/>
            <ac:picMk id="5" creationId="{5182E0B4-1DD1-2126-ACC2-1F917A5BFD88}"/>
          </ac:picMkLst>
        </pc:picChg>
        <pc:picChg chg="add mod">
          <ac:chgData name="Quang-Nguyen Vo-Huynh" userId="6a1b2bcfbbb34c0c" providerId="LiveId" clId="{418D35BF-17D0-47EF-B050-F7703380D9D6}" dt="2024-09-20T00:06:29.663" v="181" actId="1076"/>
          <ac:picMkLst>
            <pc:docMk/>
            <pc:sldMk cId="2374055507" sldId="263"/>
            <ac:picMk id="6" creationId="{B415A136-EFB2-3F68-D45F-CF90E58DC3FC}"/>
          </ac:picMkLst>
        </pc:picChg>
        <pc:picChg chg="add mod">
          <ac:chgData name="Quang-Nguyen Vo-Huynh" userId="6a1b2bcfbbb34c0c" providerId="LiveId" clId="{418D35BF-17D0-47EF-B050-F7703380D9D6}" dt="2024-09-20T00:07:09.679" v="199" actId="14100"/>
          <ac:picMkLst>
            <pc:docMk/>
            <pc:sldMk cId="2374055507" sldId="263"/>
            <ac:picMk id="11" creationId="{779FCFC4-7F4A-3A22-DF10-393DD366B08D}"/>
          </ac:picMkLst>
        </pc:picChg>
        <pc:picChg chg="add mod">
          <ac:chgData name="Quang-Nguyen Vo-Huynh" userId="6a1b2bcfbbb34c0c" providerId="LiveId" clId="{418D35BF-17D0-47EF-B050-F7703380D9D6}" dt="2024-09-20T00:07:36.034" v="206" actId="1076"/>
          <ac:picMkLst>
            <pc:docMk/>
            <pc:sldMk cId="2374055507" sldId="263"/>
            <ac:picMk id="19" creationId="{CCBA4771-D2E0-2003-B03B-88C5638BBFF0}"/>
          </ac:picMkLst>
        </pc:picChg>
        <pc:picChg chg="add mod">
          <ac:chgData name="Quang-Nguyen Vo-Huynh" userId="6a1b2bcfbbb34c0c" providerId="LiveId" clId="{418D35BF-17D0-47EF-B050-F7703380D9D6}" dt="2024-09-20T00:08:15.619" v="219" actId="14100"/>
          <ac:picMkLst>
            <pc:docMk/>
            <pc:sldMk cId="2374055507" sldId="263"/>
            <ac:picMk id="24" creationId="{E77E738D-482D-151A-18C3-3AA3061A28FC}"/>
          </ac:picMkLst>
        </pc:picChg>
        <pc:picChg chg="add mod">
          <ac:chgData name="Quang-Nguyen Vo-Huynh" userId="6a1b2bcfbbb34c0c" providerId="LiveId" clId="{418D35BF-17D0-47EF-B050-F7703380D9D6}" dt="2024-09-20T00:08:33.657" v="225" actId="1076"/>
          <ac:picMkLst>
            <pc:docMk/>
            <pc:sldMk cId="2374055507" sldId="263"/>
            <ac:picMk id="29" creationId="{F57C005A-33D0-D493-1136-B1402BA4C121}"/>
          </ac:picMkLst>
        </pc:picChg>
        <pc:cxnChg chg="add mod">
          <ac:chgData name="Quang-Nguyen Vo-Huynh" userId="6a1b2bcfbbb34c0c" providerId="LiveId" clId="{418D35BF-17D0-47EF-B050-F7703380D9D6}" dt="2024-09-20T00:06:35.571" v="184" actId="14100"/>
          <ac:cxnSpMkLst>
            <pc:docMk/>
            <pc:sldMk cId="2374055507" sldId="263"/>
            <ac:cxnSpMk id="7" creationId="{066E7FD1-E50A-11E4-FC73-E883DDEC4698}"/>
          </ac:cxnSpMkLst>
        </pc:cxnChg>
        <pc:cxnChg chg="add mod">
          <ac:chgData name="Quang-Nguyen Vo-Huynh" userId="6a1b2bcfbbb34c0c" providerId="LiveId" clId="{418D35BF-17D0-47EF-B050-F7703380D9D6}" dt="2024-09-20T00:07:15.768" v="200" actId="14100"/>
          <ac:cxnSpMkLst>
            <pc:docMk/>
            <pc:sldMk cId="2374055507" sldId="263"/>
            <ac:cxnSpMk id="12" creationId="{4EBDAC99-D85E-2595-D37A-6487CE58A7C0}"/>
          </ac:cxnSpMkLst>
        </pc:cxnChg>
        <pc:cxnChg chg="add mod">
          <ac:chgData name="Quang-Nguyen Vo-Huynh" userId="6a1b2bcfbbb34c0c" providerId="LiveId" clId="{418D35BF-17D0-47EF-B050-F7703380D9D6}" dt="2024-09-20T00:07:45.962" v="211" actId="14100"/>
          <ac:cxnSpMkLst>
            <pc:docMk/>
            <pc:sldMk cId="2374055507" sldId="263"/>
            <ac:cxnSpMk id="20" creationId="{3754237A-39F2-681B-315D-66D950E185B3}"/>
          </ac:cxnSpMkLst>
        </pc:cxnChg>
        <pc:cxnChg chg="add mod">
          <ac:chgData name="Quang-Nguyen Vo-Huynh" userId="6a1b2bcfbbb34c0c" providerId="LiveId" clId="{418D35BF-17D0-47EF-B050-F7703380D9D6}" dt="2024-09-20T00:08:15.619" v="219" actId="14100"/>
          <ac:cxnSpMkLst>
            <pc:docMk/>
            <pc:sldMk cId="2374055507" sldId="263"/>
            <ac:cxnSpMk id="25" creationId="{1510F173-B347-F16D-AAFD-F90C8735FE3D}"/>
          </ac:cxnSpMkLst>
        </pc:cxnChg>
        <pc:cxnChg chg="add mod">
          <ac:chgData name="Quang-Nguyen Vo-Huynh" userId="6a1b2bcfbbb34c0c" providerId="LiveId" clId="{418D35BF-17D0-47EF-B050-F7703380D9D6}" dt="2024-09-20T00:08:42.162" v="228" actId="14100"/>
          <ac:cxnSpMkLst>
            <pc:docMk/>
            <pc:sldMk cId="2374055507" sldId="263"/>
            <ac:cxnSpMk id="30" creationId="{5DB98670-012E-574C-C04C-0DD3FA826A1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795781"/>
            <a:ext cx="13716000" cy="382016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763261"/>
            <a:ext cx="13716000" cy="2649219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1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06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735582"/>
            <a:ext cx="15773400" cy="4564379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7343142"/>
            <a:ext cx="15773400" cy="2400299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1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921000"/>
            <a:ext cx="77724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921000"/>
            <a:ext cx="77724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9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84201"/>
            <a:ext cx="1577340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689861"/>
            <a:ext cx="7736681" cy="13182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4008120"/>
            <a:ext cx="773668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689861"/>
            <a:ext cx="7774782" cy="13182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4008120"/>
            <a:ext cx="7774782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90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3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7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731520"/>
            <a:ext cx="5898356" cy="256032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579881"/>
            <a:ext cx="9258300" cy="779780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291840"/>
            <a:ext cx="5898356" cy="6098541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01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731520"/>
            <a:ext cx="5898356" cy="256032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579881"/>
            <a:ext cx="9258300" cy="779780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291840"/>
            <a:ext cx="5898356" cy="6098541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1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14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84200"/>
            <a:ext cx="394335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84200"/>
            <a:ext cx="1160145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3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84201"/>
            <a:ext cx="1577340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921000"/>
            <a:ext cx="1577340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0170161"/>
            <a:ext cx="41148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9C06B4-8593-4EB8-B79F-B0D577D596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0170161"/>
            <a:ext cx="61722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0170161"/>
            <a:ext cx="41148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4F5C8-F0C6-4FE5-BEE2-9E8064D5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7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10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10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10.png"/><Relationship Id="rId9" Type="http://schemas.openxmlformats.org/officeDocument/2006/relationships/image" Target="../media/image70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1.png"/><Relationship Id="rId3" Type="http://schemas.openxmlformats.org/officeDocument/2006/relationships/image" Target="../media/image1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65F6B-265B-7181-154C-AC68DA6EAC3D}"/>
              </a:ext>
            </a:extLst>
          </p:cNvPr>
          <p:cNvSpPr/>
          <p:nvPr/>
        </p:nvSpPr>
        <p:spPr>
          <a:xfrm>
            <a:off x="6863634" y="1556302"/>
            <a:ext cx="3655080" cy="13634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CMU Typewriter Text" panose="02000609000000000000" pitchFamily="50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9080826-AD24-AD5D-7876-CD8F7FEFEF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32" t="6985" r="17293" b="13779"/>
          <a:stretch/>
        </p:blipFill>
        <p:spPr bwMode="auto">
          <a:xfrm>
            <a:off x="697910" y="1056640"/>
            <a:ext cx="3299791" cy="211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4CAD3FAD-F34C-4A36-C408-FAECB4DD6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7096" y="1452865"/>
            <a:ext cx="2852996" cy="226193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3D44CFC-F63D-9CD6-E5E1-411CA13A1CD7}"/>
              </a:ext>
            </a:extLst>
          </p:cNvPr>
          <p:cNvGrpSpPr/>
          <p:nvPr/>
        </p:nvGrpSpPr>
        <p:grpSpPr>
          <a:xfrm>
            <a:off x="4063012" y="951130"/>
            <a:ext cx="2614810" cy="2341971"/>
            <a:chOff x="3456898" y="159815"/>
            <a:chExt cx="2614810" cy="2341971"/>
          </a:xfrm>
        </p:grpSpPr>
        <p:sp>
          <p:nvSpPr>
            <p:cNvPr id="4" name="Rectangle: Rounded Corners 1">
              <a:extLst>
                <a:ext uri="{FF2B5EF4-FFF2-40B4-BE49-F238E27FC236}">
                  <a16:creationId xmlns:a16="http://schemas.microsoft.com/office/drawing/2014/main" id="{5A5E0B72-5598-180E-F4D4-9846D8C88E03}"/>
                </a:ext>
              </a:extLst>
            </p:cNvPr>
            <p:cNvSpPr/>
            <p:nvPr/>
          </p:nvSpPr>
          <p:spPr>
            <a:xfrm>
              <a:off x="3464153" y="159815"/>
              <a:ext cx="2470986" cy="413949"/>
            </a:xfrm>
            <a:prstGeom prst="roundRect">
              <a:avLst/>
            </a:prstGeom>
            <a:solidFill>
              <a:srgbClr val="3671A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ea typeface="CMU Typewriter Text" panose="02000609000000000000" pitchFamily="50" charset="0"/>
                  <a:cs typeface="Times New Roman" panose="02020603050405020304" pitchFamily="18" charset="0"/>
                </a:rPr>
                <a:t>Python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64347B-1F5D-87AE-1DE0-227DE8105DFE}"/>
                </a:ext>
              </a:extLst>
            </p:cNvPr>
            <p:cNvSpPr/>
            <p:nvPr/>
          </p:nvSpPr>
          <p:spPr>
            <a:xfrm>
              <a:off x="3464155" y="835710"/>
              <a:ext cx="2468993" cy="12677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Wingdings" panose="05000000000000000000" pitchFamily="2" charset="2"/>
                <a:buChar char="§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Typewriter Text" panose="02000609000000000000" pitchFamily="50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: Rounded Corners 1">
              <a:extLst>
                <a:ext uri="{FF2B5EF4-FFF2-40B4-BE49-F238E27FC236}">
                  <a16:creationId xmlns:a16="http://schemas.microsoft.com/office/drawing/2014/main" id="{393D4E3F-03EB-5CAB-33E1-3086F5021412}"/>
                </a:ext>
              </a:extLst>
            </p:cNvPr>
            <p:cNvSpPr/>
            <p:nvPr/>
          </p:nvSpPr>
          <p:spPr>
            <a:xfrm>
              <a:off x="3464152" y="722947"/>
              <a:ext cx="2468995" cy="392962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ea typeface="CMU Typewriter Text" panose="02000609000000000000" pitchFamily="50" charset="0"/>
                  <a:cs typeface="Times New Roman" panose="02020603050405020304" pitchFamily="18" charset="0"/>
                </a:rPr>
                <a:t>MelisoPy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49273A-2EA8-BB21-8E6D-14BA2B0B3FAC}"/>
                </a:ext>
              </a:extLst>
            </p:cNvPr>
            <p:cNvSpPr txBox="1"/>
            <p:nvPr/>
          </p:nvSpPr>
          <p:spPr>
            <a:xfrm>
              <a:off x="3456898" y="1178347"/>
              <a:ext cx="261481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Specify Device Type</a:t>
              </a:r>
            </a:p>
            <a:p>
              <a:pPr marL="285750" indent="-285750">
                <a:buFont typeface="Wingdings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Fix Crossbar Dimensions</a:t>
              </a:r>
            </a:p>
            <a:p>
              <a:pPr marL="285750" indent="-285750">
                <a:buFont typeface="Wingdings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Encode Tolerances</a:t>
              </a:r>
            </a:p>
            <a:p>
              <a:pPr marL="285750" indent="-285750">
                <a:buFont typeface="Wingdings" pitchFamily="2" charset="2"/>
                <a:buChar char="§"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Wingdings" pitchFamily="2" charset="2"/>
                <a:buChar char="§"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: Rounded Corners 4">
            <a:extLst>
              <a:ext uri="{FF2B5EF4-FFF2-40B4-BE49-F238E27FC236}">
                <a16:creationId xmlns:a16="http://schemas.microsoft.com/office/drawing/2014/main" id="{CF6F858E-BBA0-1AE6-4721-19761AD97661}"/>
              </a:ext>
            </a:extLst>
          </p:cNvPr>
          <p:cNvSpPr/>
          <p:nvPr/>
        </p:nvSpPr>
        <p:spPr>
          <a:xfrm>
            <a:off x="6865378" y="951127"/>
            <a:ext cx="7588403" cy="413952"/>
          </a:xfrm>
          <a:prstGeom prst="roundRect">
            <a:avLst/>
          </a:prstGeom>
          <a:solidFill>
            <a:srgbClr val="3671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CMU Typewriter Text" panose="02000609000000000000" pitchFamily="50" charset="0"/>
                <a:cs typeface="Times New Roman" panose="02020603050405020304" pitchFamily="18" charset="0"/>
              </a:rPr>
              <a:t>C++</a:t>
            </a:r>
          </a:p>
        </p:txBody>
      </p:sp>
      <p:sp>
        <p:nvSpPr>
          <p:cNvPr id="16" name="Rectangle: Rounded Corners 1">
            <a:extLst>
              <a:ext uri="{FF2B5EF4-FFF2-40B4-BE49-F238E27FC236}">
                <a16:creationId xmlns:a16="http://schemas.microsoft.com/office/drawing/2014/main" id="{2805EF2D-2782-D094-276B-BD6FC0A2EF6A}"/>
              </a:ext>
            </a:extLst>
          </p:cNvPr>
          <p:cNvSpPr/>
          <p:nvPr/>
        </p:nvSpPr>
        <p:spPr>
          <a:xfrm>
            <a:off x="6863632" y="1521509"/>
            <a:ext cx="3655081" cy="382097"/>
          </a:xfrm>
          <a:prstGeom prst="roundRect">
            <a:avLst>
              <a:gd name="adj" fmla="val 0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CMU Typewriter Text" panose="02000609000000000000" pitchFamily="50" charset="0"/>
                <a:cs typeface="Times New Roman" panose="02020603050405020304" pitchFamily="18" charset="0"/>
              </a:rPr>
              <a:t>Cython (Python Wrapper)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37F0DB-291C-88B9-81C9-845E80FA783D}"/>
              </a:ext>
            </a:extLst>
          </p:cNvPr>
          <p:cNvSpPr txBox="1"/>
          <p:nvPr/>
        </p:nvSpPr>
        <p:spPr>
          <a:xfrm>
            <a:off x="7018609" y="1974742"/>
            <a:ext cx="36550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 Matrices and Vectors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 On/Off Scaling &amp; Hardware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Matrix as Weights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DA49BB5-11A0-BE89-B568-384A50B29FA3}"/>
              </a:ext>
            </a:extLst>
          </p:cNvPr>
          <p:cNvGrpSpPr/>
          <p:nvPr/>
        </p:nvGrpSpPr>
        <p:grpSpPr>
          <a:xfrm>
            <a:off x="10805671" y="1521507"/>
            <a:ext cx="3807255" cy="1373296"/>
            <a:chOff x="9996652" y="835707"/>
            <a:chExt cx="3807255" cy="13732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21151B-2E9C-4492-3F5C-60FA8DCD7BDB}"/>
                </a:ext>
              </a:extLst>
            </p:cNvPr>
            <p:cNvSpPr/>
            <p:nvPr/>
          </p:nvSpPr>
          <p:spPr>
            <a:xfrm>
              <a:off x="9996652" y="849060"/>
              <a:ext cx="3648110" cy="13599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Wingdings" panose="05000000000000000000" pitchFamily="2" charset="2"/>
                <a:buChar char="§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Typewriter Text" panose="02000609000000000000" pitchFamily="50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: Rounded Corners 1">
              <a:extLst>
                <a:ext uri="{FF2B5EF4-FFF2-40B4-BE49-F238E27FC236}">
                  <a16:creationId xmlns:a16="http://schemas.microsoft.com/office/drawing/2014/main" id="{D62739C8-0578-100D-CB4B-E869524105C4}"/>
                </a:ext>
              </a:extLst>
            </p:cNvPr>
            <p:cNvSpPr/>
            <p:nvPr/>
          </p:nvSpPr>
          <p:spPr>
            <a:xfrm>
              <a:off x="9996655" y="835707"/>
              <a:ext cx="3648107" cy="385715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ea typeface="CMU Typewriter Text" panose="02000609000000000000" pitchFamily="50" charset="0"/>
                  <a:cs typeface="Times New Roman" panose="02020603050405020304" pitchFamily="18" charset="0"/>
                </a:rPr>
                <a:t>MLP+ NeuroSim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D60ED13-331E-F557-F128-E5C7469A6905}"/>
                </a:ext>
              </a:extLst>
            </p:cNvPr>
            <p:cNvSpPr txBox="1"/>
            <p:nvPr/>
          </p:nvSpPr>
          <p:spPr>
            <a:xfrm>
              <a:off x="10148826" y="1281040"/>
              <a:ext cx="365508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Preprocess Device Parameter</a:t>
              </a:r>
            </a:p>
            <a:p>
              <a:pPr marL="285750" indent="-285750">
                <a:buFont typeface="Wingdings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Encode Parameters</a:t>
              </a:r>
            </a:p>
            <a:p>
              <a:pPr marL="285750" indent="-285750">
                <a:buFont typeface="Wingdings" pitchFamily="2" charset="2"/>
                <a:buChar char="§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 Parameters to Hardware</a:t>
              </a:r>
            </a:p>
          </p:txBody>
        </p:sp>
      </p:grpSp>
      <p:sp>
        <p:nvSpPr>
          <p:cNvPr id="22" name="Rectangle: Rounded Corners 23">
            <a:extLst>
              <a:ext uri="{FF2B5EF4-FFF2-40B4-BE49-F238E27FC236}">
                <a16:creationId xmlns:a16="http://schemas.microsoft.com/office/drawing/2014/main" id="{EA3193F0-61E0-BD22-75EF-D8D9D72A4EA3}"/>
              </a:ext>
            </a:extLst>
          </p:cNvPr>
          <p:cNvSpPr/>
          <p:nvPr/>
        </p:nvSpPr>
        <p:spPr>
          <a:xfrm>
            <a:off x="15007178" y="951127"/>
            <a:ext cx="2489448" cy="413952"/>
          </a:xfrm>
          <a:prstGeom prst="roundRect">
            <a:avLst/>
          </a:prstGeom>
          <a:solidFill>
            <a:srgbClr val="3671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CMU Typewriter Text" panose="02000609000000000000" pitchFamily="50" charset="0"/>
                <a:cs typeface="Times New Roman" panose="02020603050405020304" pitchFamily="18" charset="0"/>
              </a:rPr>
              <a:t>Simulation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2B3672-9241-BF84-58A1-6930B3DC24DA}"/>
              </a:ext>
            </a:extLst>
          </p:cNvPr>
          <p:cNvCxnSpPr>
            <a:cxnSpLocks/>
          </p:cNvCxnSpPr>
          <p:nvPr/>
        </p:nvCxnSpPr>
        <p:spPr>
          <a:xfrm flipV="1">
            <a:off x="4398129" y="3229420"/>
            <a:ext cx="10073053" cy="16502"/>
          </a:xfrm>
          <a:prstGeom prst="straightConnector1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364AAF7-F519-5490-65DA-8E6DB9C1709E}"/>
              </a:ext>
            </a:extLst>
          </p:cNvPr>
          <p:cNvSpPr/>
          <p:nvPr/>
        </p:nvSpPr>
        <p:spPr>
          <a:xfrm>
            <a:off x="6863634" y="3917783"/>
            <a:ext cx="3655080" cy="1002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CMU Typewriter Text" panose="02000609000000000000" pitchFamily="50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1">
            <a:extLst>
              <a:ext uri="{FF2B5EF4-FFF2-40B4-BE49-F238E27FC236}">
                <a16:creationId xmlns:a16="http://schemas.microsoft.com/office/drawing/2014/main" id="{FC0E3634-D7D7-FF83-336A-20C84D7C6A81}"/>
              </a:ext>
            </a:extLst>
          </p:cNvPr>
          <p:cNvSpPr/>
          <p:nvPr/>
        </p:nvSpPr>
        <p:spPr>
          <a:xfrm>
            <a:off x="6863632" y="3882990"/>
            <a:ext cx="3655081" cy="382097"/>
          </a:xfrm>
          <a:prstGeom prst="roundRect">
            <a:avLst>
              <a:gd name="adj" fmla="val 0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CMU Typewriter Text" panose="02000609000000000000" pitchFamily="50" charset="0"/>
                <a:cs typeface="Times New Roman" panose="02020603050405020304" pitchFamily="18" charset="0"/>
              </a:rPr>
              <a:t>Cython (Python Wrapper)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9A9400-7888-90F1-71E9-56C2C6455495}"/>
              </a:ext>
            </a:extLst>
          </p:cNvPr>
          <p:cNvSpPr txBox="1"/>
          <p:nvPr/>
        </p:nvSpPr>
        <p:spPr>
          <a:xfrm>
            <a:off x="6987951" y="4291891"/>
            <a:ext cx="3655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Output Product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NeuroSim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9B95B5-5323-8A5F-2276-041A370B5ADB}"/>
              </a:ext>
            </a:extLst>
          </p:cNvPr>
          <p:cNvSpPr/>
          <p:nvPr/>
        </p:nvSpPr>
        <p:spPr>
          <a:xfrm>
            <a:off x="10798702" y="3917785"/>
            <a:ext cx="3655080" cy="10008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CMU Typewriter Text" panose="02000609000000000000" pitchFamily="50" charset="0"/>
              <a:cs typeface="Times New Roman" panose="02020603050405020304" pitchFamily="18" charset="0"/>
            </a:endParaRPr>
          </a:p>
        </p:txBody>
      </p:sp>
      <p:sp>
        <p:nvSpPr>
          <p:cNvPr id="34" name="Rectangle: Rounded Corners 1">
            <a:extLst>
              <a:ext uri="{FF2B5EF4-FFF2-40B4-BE49-F238E27FC236}">
                <a16:creationId xmlns:a16="http://schemas.microsoft.com/office/drawing/2014/main" id="{8090AAE7-A6DE-018A-0864-4890702601C0}"/>
              </a:ext>
            </a:extLst>
          </p:cNvPr>
          <p:cNvSpPr/>
          <p:nvPr/>
        </p:nvSpPr>
        <p:spPr>
          <a:xfrm>
            <a:off x="10798700" y="3882990"/>
            <a:ext cx="3655081" cy="382097"/>
          </a:xfrm>
          <a:prstGeom prst="roundRect">
            <a:avLst>
              <a:gd name="adj" fmla="val 0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CMU Typewriter Text" panose="02000609000000000000" pitchFamily="50" charset="0"/>
                <a:cs typeface="Times New Roman" panose="02020603050405020304" pitchFamily="18" charset="0"/>
              </a:rPr>
              <a:t>MLP+ NeuroSim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C08E27-BBB0-1967-CE12-0CBA6FD6F165}"/>
              </a:ext>
            </a:extLst>
          </p:cNvPr>
          <p:cNvSpPr txBox="1"/>
          <p:nvPr/>
        </p:nvSpPr>
        <p:spPr>
          <a:xfrm>
            <a:off x="10816101" y="4292237"/>
            <a:ext cx="3655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Output Product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Performance Information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D97116A-FCB7-9FAF-494A-6AC06C53F2D4}"/>
              </a:ext>
            </a:extLst>
          </p:cNvPr>
          <p:cNvCxnSpPr>
            <a:cxnSpLocks/>
          </p:cNvCxnSpPr>
          <p:nvPr/>
        </p:nvCxnSpPr>
        <p:spPr>
          <a:xfrm flipH="1">
            <a:off x="4244342" y="5361487"/>
            <a:ext cx="10209439" cy="0"/>
          </a:xfrm>
          <a:prstGeom prst="straightConnector1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4C18B63-E450-924D-28D2-855A9034CA9A}"/>
              </a:ext>
            </a:extLst>
          </p:cNvPr>
          <p:cNvSpPr txBox="1"/>
          <p:nvPr/>
        </p:nvSpPr>
        <p:spPr>
          <a:xfrm>
            <a:off x="8815492" y="5102632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B18ED44-FFDB-E886-EF26-8FDC29BEC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987" y="3318739"/>
            <a:ext cx="177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: Rounded Corners 1">
            <a:extLst>
              <a:ext uri="{FF2B5EF4-FFF2-40B4-BE49-F238E27FC236}">
                <a16:creationId xmlns:a16="http://schemas.microsoft.com/office/drawing/2014/main" id="{F596CADF-6179-C58F-7443-0078C1C36128}"/>
              </a:ext>
            </a:extLst>
          </p:cNvPr>
          <p:cNvSpPr/>
          <p:nvPr/>
        </p:nvSpPr>
        <p:spPr>
          <a:xfrm>
            <a:off x="8462375" y="3043113"/>
            <a:ext cx="2139639" cy="37261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Pass</a:t>
            </a:r>
          </a:p>
        </p:txBody>
      </p:sp>
      <p:sp>
        <p:nvSpPr>
          <p:cNvPr id="43" name="Rectangle: Rounded Corners 1">
            <a:extLst>
              <a:ext uri="{FF2B5EF4-FFF2-40B4-BE49-F238E27FC236}">
                <a16:creationId xmlns:a16="http://schemas.microsoft.com/office/drawing/2014/main" id="{27A4787B-9FC4-C426-F8CA-C05B766345E5}"/>
              </a:ext>
            </a:extLst>
          </p:cNvPr>
          <p:cNvSpPr/>
          <p:nvPr/>
        </p:nvSpPr>
        <p:spPr>
          <a:xfrm>
            <a:off x="8608950" y="5170838"/>
            <a:ext cx="2139639" cy="37261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 Pass</a:t>
            </a:r>
          </a:p>
        </p:txBody>
      </p:sp>
      <p:pic>
        <p:nvPicPr>
          <p:cNvPr id="44" name="Picture 10" descr="Memristors – Kemp Nano Electronics Group">
            <a:extLst>
              <a:ext uri="{FF2B5EF4-FFF2-40B4-BE49-F238E27FC236}">
                <a16:creationId xmlns:a16="http://schemas.microsoft.com/office/drawing/2014/main" id="{16799127-1A70-EE7C-5349-CD0E3DF67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660" y="7929689"/>
            <a:ext cx="2611658" cy="144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A28383-9CF7-4703-AA5E-35935BC01790}"/>
              </a:ext>
            </a:extLst>
          </p:cNvPr>
          <p:cNvSpPr/>
          <p:nvPr/>
        </p:nvSpPr>
        <p:spPr>
          <a:xfrm>
            <a:off x="4070268" y="3911114"/>
            <a:ext cx="2468995" cy="10095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CMU Typewriter Text" panose="02000609000000000000" pitchFamily="50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712C35FD-465A-2DB3-82B8-FE7D28A5D4E4}"/>
              </a:ext>
            </a:extLst>
          </p:cNvPr>
          <p:cNvSpPr/>
          <p:nvPr/>
        </p:nvSpPr>
        <p:spPr>
          <a:xfrm>
            <a:off x="4070268" y="3876319"/>
            <a:ext cx="2468993" cy="382097"/>
          </a:xfrm>
          <a:prstGeom prst="roundRect">
            <a:avLst>
              <a:gd name="adj" fmla="val 0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CMU Typewriter Text" panose="02000609000000000000" pitchFamily="50" charset="0"/>
                <a:cs typeface="Times New Roman" panose="02020603050405020304" pitchFamily="18" charset="0"/>
              </a:rPr>
              <a:t>MelisoPy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23A34-2B85-FF7B-C31E-A0DE986DDE3A}"/>
              </a:ext>
            </a:extLst>
          </p:cNvPr>
          <p:cNvSpPr txBox="1"/>
          <p:nvPr/>
        </p:nvSpPr>
        <p:spPr>
          <a:xfrm>
            <a:off x="4097614" y="4290937"/>
            <a:ext cx="2468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Final Results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Statistics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906804-A07B-0BE1-A35F-3892846FD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3360" y="7535075"/>
            <a:ext cx="3990328" cy="14708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068D90-6E89-69C8-0AE8-B8073007AE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40523" y="3946284"/>
            <a:ext cx="3137879" cy="11909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5012E2-4251-4709-F55A-0C1CF28C7740}"/>
              </a:ext>
            </a:extLst>
          </p:cNvPr>
          <p:cNvSpPr txBox="1"/>
          <p:nvPr/>
        </p:nvSpPr>
        <p:spPr>
          <a:xfrm>
            <a:off x="15303690" y="4898231"/>
            <a:ext cx="2461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Conductance Levels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ij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A803B9-CB53-8C2D-F912-BA26A5600FA5}"/>
              </a:ext>
            </a:extLst>
          </p:cNvPr>
          <p:cNvSpPr txBox="1"/>
          <p:nvPr/>
        </p:nvSpPr>
        <p:spPr>
          <a:xfrm>
            <a:off x="15035177" y="3630473"/>
            <a:ext cx="2461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RRAM Crossbar Array</a:t>
            </a:r>
          </a:p>
        </p:txBody>
      </p:sp>
      <p:pic>
        <p:nvPicPr>
          <p:cNvPr id="32" name="Picture 31" descr="A graph of error and error&#10;&#10;Description automatically generated">
            <a:extLst>
              <a:ext uri="{FF2B5EF4-FFF2-40B4-BE49-F238E27FC236}">
                <a16:creationId xmlns:a16="http://schemas.microsoft.com/office/drawing/2014/main" id="{6689F164-D4BA-13E4-2C33-9DE47CD3AF9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2"/>
          <a:stretch/>
        </p:blipFill>
        <p:spPr>
          <a:xfrm>
            <a:off x="622715" y="3596728"/>
            <a:ext cx="2425125" cy="197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6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5CAD5CD-5E58-5A68-2C84-A6684639125E}"/>
              </a:ext>
            </a:extLst>
          </p:cNvPr>
          <p:cNvGrpSpPr/>
          <p:nvPr/>
        </p:nvGrpSpPr>
        <p:grpSpPr>
          <a:xfrm>
            <a:off x="4659143" y="522693"/>
            <a:ext cx="11314531" cy="9927414"/>
            <a:chOff x="1662848" y="6773086"/>
            <a:chExt cx="11314531" cy="9927414"/>
          </a:xfrm>
        </p:grpSpPr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B5DCD169-006D-57A3-9ED9-55AF4CF89716}"/>
                </a:ext>
              </a:extLst>
            </p:cNvPr>
            <p:cNvSpPr/>
            <p:nvPr/>
          </p:nvSpPr>
          <p:spPr>
            <a:xfrm>
              <a:off x="2941320" y="12303760"/>
              <a:ext cx="4546600" cy="4396740"/>
            </a:xfrm>
            <a:prstGeom prst="trapezoid">
              <a:avLst>
                <a:gd name="adj" fmla="val 35866"/>
              </a:avLst>
            </a:prstGeom>
            <a:gradFill flip="none" rotWithShape="1">
              <a:gsLst>
                <a:gs pos="0">
                  <a:srgbClr val="A7C8E4">
                    <a:tint val="66000"/>
                    <a:satMod val="160000"/>
                  </a:srgbClr>
                </a:gs>
                <a:gs pos="50000">
                  <a:srgbClr val="A7C8E4">
                    <a:tint val="44500"/>
                    <a:satMod val="160000"/>
                  </a:srgbClr>
                </a:gs>
                <a:gs pos="100000">
                  <a:srgbClr val="A7C8E4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0202363-182A-A3C1-0FD8-6C2296D14927}"/>
                </a:ext>
              </a:extLst>
            </p:cNvPr>
            <p:cNvGrpSpPr/>
            <p:nvPr/>
          </p:nvGrpSpPr>
          <p:grpSpPr>
            <a:xfrm>
              <a:off x="2123017" y="7495118"/>
              <a:ext cx="6846778" cy="6572458"/>
              <a:chOff x="1843617" y="5501218"/>
              <a:chExt cx="6846778" cy="657245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Rectangle: Rounded Corners 111">
                    <a:extLst>
                      <a:ext uri="{FF2B5EF4-FFF2-40B4-BE49-F238E27FC236}">
                        <a16:creationId xmlns:a16="http://schemas.microsoft.com/office/drawing/2014/main" id="{66B32B93-A394-F11C-57F2-53559340D625}"/>
                      </a:ext>
                    </a:extLst>
                  </p:cNvPr>
                  <p:cNvSpPr/>
                  <p:nvPr/>
                </p:nvSpPr>
                <p:spPr>
                  <a:xfrm>
                    <a:off x="1843617" y="550121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1,1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" name="Rectangle: Rounded Corners 1">
                    <a:extLst>
                      <a:ext uri="{FF2B5EF4-FFF2-40B4-BE49-F238E27FC236}">
                        <a16:creationId xmlns:a16="http://schemas.microsoft.com/office/drawing/2014/main" id="{5869351E-43EF-F548-658F-B6EAC99A452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43617" y="5501218"/>
                    <a:ext cx="1805516" cy="1805516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Rectangle: Rounded Corners 112">
                    <a:extLst>
                      <a:ext uri="{FF2B5EF4-FFF2-40B4-BE49-F238E27FC236}">
                        <a16:creationId xmlns:a16="http://schemas.microsoft.com/office/drawing/2014/main" id="{FAC7EE80-2D75-5BF8-1D75-3906F25BB4DB}"/>
                      </a:ext>
                    </a:extLst>
                  </p:cNvPr>
                  <p:cNvSpPr/>
                  <p:nvPr/>
                </p:nvSpPr>
                <p:spPr>
                  <a:xfrm>
                    <a:off x="3987377" y="550121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1,2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" name="Rectangle: Rounded Corners 2">
                    <a:extLst>
                      <a:ext uri="{FF2B5EF4-FFF2-40B4-BE49-F238E27FC236}">
                        <a16:creationId xmlns:a16="http://schemas.microsoft.com/office/drawing/2014/main" id="{A3F5A956-8F1A-B7A6-37BD-C280A0D35A9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377" y="5501218"/>
                    <a:ext cx="1805516" cy="1805516"/>
                  </a:xfrm>
                  <a:prstGeom prst="round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Rectangle: Rounded Corners 113">
                    <a:extLst>
                      <a:ext uri="{FF2B5EF4-FFF2-40B4-BE49-F238E27FC236}">
                        <a16:creationId xmlns:a16="http://schemas.microsoft.com/office/drawing/2014/main" id="{0BACE123-7599-0B9B-19B2-7E4F4535C53B}"/>
                      </a:ext>
                    </a:extLst>
                  </p:cNvPr>
                  <p:cNvSpPr/>
                  <p:nvPr/>
                </p:nvSpPr>
                <p:spPr>
                  <a:xfrm>
                    <a:off x="6884879" y="550121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1,</m:t>
                              </m:r>
                              <m:r>
                                <m:rPr>
                                  <m:sty m:val="p"/>
                                </m:rP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" name="Rectangle: Rounded Corners 3">
                    <a:extLst>
                      <a:ext uri="{FF2B5EF4-FFF2-40B4-BE49-F238E27FC236}">
                        <a16:creationId xmlns:a16="http://schemas.microsoft.com/office/drawing/2014/main" id="{EEC15D7E-0263-5D8C-C559-B900F0C957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4879" y="5501218"/>
                    <a:ext cx="1805516" cy="1805516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Rectangle: Rounded Corners 114">
                    <a:extLst>
                      <a:ext uri="{FF2B5EF4-FFF2-40B4-BE49-F238E27FC236}">
                        <a16:creationId xmlns:a16="http://schemas.microsoft.com/office/drawing/2014/main" id="{72F1D0DB-89E0-5CDE-A560-2388649E15BB}"/>
                      </a:ext>
                    </a:extLst>
                  </p:cNvPr>
                  <p:cNvSpPr/>
                  <p:nvPr/>
                </p:nvSpPr>
                <p:spPr>
                  <a:xfrm>
                    <a:off x="1843617" y="755353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2,1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" name="Rectangle: Rounded Corners 4">
                    <a:extLst>
                      <a:ext uri="{FF2B5EF4-FFF2-40B4-BE49-F238E27FC236}">
                        <a16:creationId xmlns:a16="http://schemas.microsoft.com/office/drawing/2014/main" id="{509A2953-A5A4-75A8-6928-103A99EF8B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43617" y="7553538"/>
                    <a:ext cx="1805516" cy="1805516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Rectangle: Rounded Corners 115">
                    <a:extLst>
                      <a:ext uri="{FF2B5EF4-FFF2-40B4-BE49-F238E27FC236}">
                        <a16:creationId xmlns:a16="http://schemas.microsoft.com/office/drawing/2014/main" id="{99FD0060-1406-233D-A9CB-AA001792DC38}"/>
                      </a:ext>
                    </a:extLst>
                  </p:cNvPr>
                  <p:cNvSpPr/>
                  <p:nvPr/>
                </p:nvSpPr>
                <p:spPr>
                  <a:xfrm>
                    <a:off x="3987377" y="755353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2,2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" name="Rectangle: Rounded Corners 5">
                    <a:extLst>
                      <a:ext uri="{FF2B5EF4-FFF2-40B4-BE49-F238E27FC236}">
                        <a16:creationId xmlns:a16="http://schemas.microsoft.com/office/drawing/2014/main" id="{08DBF791-DCC4-5D9B-0343-85A6BEADBDC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377" y="7553538"/>
                    <a:ext cx="1805516" cy="1805516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Rectangle: Rounded Corners 116">
                    <a:extLst>
                      <a:ext uri="{FF2B5EF4-FFF2-40B4-BE49-F238E27FC236}">
                        <a16:creationId xmlns:a16="http://schemas.microsoft.com/office/drawing/2014/main" id="{CDB18AE6-5B59-539E-3560-2B372C583183}"/>
                      </a:ext>
                    </a:extLst>
                  </p:cNvPr>
                  <p:cNvSpPr/>
                  <p:nvPr/>
                </p:nvSpPr>
                <p:spPr>
                  <a:xfrm>
                    <a:off x="6884879" y="7553538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2,</m:t>
                              </m:r>
                              <m:r>
                                <m:rPr>
                                  <m:sty m:val="p"/>
                                </m:rP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" name="Rectangle: Rounded Corners 6">
                    <a:extLst>
                      <a:ext uri="{FF2B5EF4-FFF2-40B4-BE49-F238E27FC236}">
                        <a16:creationId xmlns:a16="http://schemas.microsoft.com/office/drawing/2014/main" id="{71321BED-3DE6-5FE1-91A2-5FE9C1FD7E8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4879" y="7553538"/>
                    <a:ext cx="1805516" cy="1805516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5B543B74-47D4-DB29-F398-5805DA8F2772}"/>
                  </a:ext>
                </a:extLst>
              </p:cNvPr>
              <p:cNvSpPr txBox="1"/>
              <p:nvPr/>
            </p:nvSpPr>
            <p:spPr>
              <a:xfrm>
                <a:off x="5971874" y="5982872"/>
                <a:ext cx="671979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C831A81C-9709-3F23-B3F6-7947A038C81B}"/>
                  </a:ext>
                </a:extLst>
              </p:cNvPr>
              <p:cNvSpPr txBox="1"/>
              <p:nvPr/>
            </p:nvSpPr>
            <p:spPr>
              <a:xfrm>
                <a:off x="5971873" y="7963854"/>
                <a:ext cx="671979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94CA85BF-BF40-6525-B1B1-C33AFB877B3D}"/>
                  </a:ext>
                </a:extLst>
              </p:cNvPr>
              <p:cNvSpPr txBox="1"/>
              <p:nvPr/>
            </p:nvSpPr>
            <p:spPr>
              <a:xfrm rot="5400000">
                <a:off x="2549447" y="9452038"/>
                <a:ext cx="671979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7D20B86F-FDAB-8168-4F22-C71321B23A5B}"/>
                  </a:ext>
                </a:extLst>
              </p:cNvPr>
              <p:cNvSpPr txBox="1"/>
              <p:nvPr/>
            </p:nvSpPr>
            <p:spPr>
              <a:xfrm rot="5400000">
                <a:off x="4713930" y="9452037"/>
                <a:ext cx="671979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58C1293-FC08-AD7C-97FF-2B2127B3BBDA}"/>
                  </a:ext>
                </a:extLst>
              </p:cNvPr>
              <p:cNvSpPr txBox="1"/>
              <p:nvPr/>
            </p:nvSpPr>
            <p:spPr>
              <a:xfrm rot="5400000">
                <a:off x="7768357" y="9452037"/>
                <a:ext cx="428623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Rectangle: Rounded Corners 122">
                    <a:extLst>
                      <a:ext uri="{FF2B5EF4-FFF2-40B4-BE49-F238E27FC236}">
                        <a16:creationId xmlns:a16="http://schemas.microsoft.com/office/drawing/2014/main" id="{5945DDDE-F252-27F8-B925-5AB3F761B5A0}"/>
                      </a:ext>
                    </a:extLst>
                  </p:cNvPr>
                  <p:cNvSpPr/>
                  <p:nvPr/>
                </p:nvSpPr>
                <p:spPr>
                  <a:xfrm>
                    <a:off x="1843617" y="10268160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  <m: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" name="Rectangle: Rounded Corners 14">
                    <a:extLst>
                      <a:ext uri="{FF2B5EF4-FFF2-40B4-BE49-F238E27FC236}">
                        <a16:creationId xmlns:a16="http://schemas.microsoft.com/office/drawing/2014/main" id="{94FEA1D3-8BA2-EA31-58FD-A75504DF9FF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43617" y="10268160"/>
                    <a:ext cx="1805516" cy="1805516"/>
                  </a:xfrm>
                  <a:prstGeom prst="round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Rectangle: Rounded Corners 123">
                    <a:extLst>
                      <a:ext uri="{FF2B5EF4-FFF2-40B4-BE49-F238E27FC236}">
                        <a16:creationId xmlns:a16="http://schemas.microsoft.com/office/drawing/2014/main" id="{55840620-09B7-798E-77F0-42B8AF74D83D}"/>
                      </a:ext>
                    </a:extLst>
                  </p:cNvPr>
                  <p:cNvSpPr/>
                  <p:nvPr/>
                </p:nvSpPr>
                <p:spPr>
                  <a:xfrm>
                    <a:off x="4012777" y="10268160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  <m: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Rectangle: Rounded Corners 15">
                    <a:extLst>
                      <a:ext uri="{FF2B5EF4-FFF2-40B4-BE49-F238E27FC236}">
                        <a16:creationId xmlns:a16="http://schemas.microsoft.com/office/drawing/2014/main" id="{0659F52B-7955-0731-01AD-845F8DFD46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12777" y="10268160"/>
                    <a:ext cx="1805516" cy="1805516"/>
                  </a:xfrm>
                  <a:prstGeom prst="round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Rectangle: Rounded Corners 124">
                    <a:extLst>
                      <a:ext uri="{FF2B5EF4-FFF2-40B4-BE49-F238E27FC236}">
                        <a16:creationId xmlns:a16="http://schemas.microsoft.com/office/drawing/2014/main" id="{7471C58C-E364-2AAD-AD77-FE89D457FBB8}"/>
                      </a:ext>
                    </a:extLst>
                  </p:cNvPr>
                  <p:cNvSpPr/>
                  <p:nvPr/>
                </p:nvSpPr>
                <p:spPr>
                  <a:xfrm>
                    <a:off x="6884879" y="10268160"/>
                    <a:ext cx="1805516" cy="1805516"/>
                  </a:xfrm>
                  <a:prstGeom prst="roundRect">
                    <a:avLst/>
                  </a:prstGeom>
                  <a:solidFill>
                    <a:srgbClr val="A7C8E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MCA</m:t>
                                  </m:r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  <m:r>
                                <a:rPr lang="en-US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C1CD68C1-9529-91C2-DECB-2F04CB76932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4879" y="10268160"/>
                    <a:ext cx="1805516" cy="1805516"/>
                  </a:xfrm>
                  <a:prstGeom prst="round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05DC4DD-E1B1-D3AA-7312-11690EA35ECE}"/>
                  </a:ext>
                </a:extLst>
              </p:cNvPr>
              <p:cNvSpPr txBox="1"/>
              <p:nvPr/>
            </p:nvSpPr>
            <p:spPr>
              <a:xfrm>
                <a:off x="6002895" y="10700078"/>
                <a:ext cx="671979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E75306F-6E3A-5B25-E21C-4EED1813874A}"/>
                </a:ext>
              </a:extLst>
            </p:cNvPr>
            <p:cNvGrpSpPr/>
            <p:nvPr/>
          </p:nvGrpSpPr>
          <p:grpSpPr>
            <a:xfrm>
              <a:off x="10061781" y="7495118"/>
              <a:ext cx="885438" cy="6572458"/>
              <a:chOff x="9782381" y="5501218"/>
              <a:chExt cx="885438" cy="657245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Rectangle: Rounded Corners 105">
                    <a:extLst>
                      <a:ext uri="{FF2B5EF4-FFF2-40B4-BE49-F238E27FC236}">
                        <a16:creationId xmlns:a16="http://schemas.microsoft.com/office/drawing/2014/main" id="{9C6C167D-58A8-DF4F-264F-F0B737C723CC}"/>
                      </a:ext>
                    </a:extLst>
                  </p:cNvPr>
                  <p:cNvSpPr/>
                  <p:nvPr/>
                </p:nvSpPr>
                <p:spPr>
                  <a:xfrm>
                    <a:off x="9782381" y="5501218"/>
                    <a:ext cx="279400" cy="1805516"/>
                  </a:xfrm>
                  <a:prstGeom prst="roundRect">
                    <a:avLst/>
                  </a:prstGeom>
                  <a:solidFill>
                    <a:srgbClr val="B2E0A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A7DF70D0-ED70-ECD9-AEB9-C4F23376EE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82381" y="5501218"/>
                    <a:ext cx="279400" cy="1805516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2BC99FCF-CD63-7DCC-BCE3-227E288593B8}"/>
                  </a:ext>
                </a:extLst>
              </p:cNvPr>
              <p:cNvSpPr/>
              <p:nvPr/>
            </p:nvSpPr>
            <p:spPr>
              <a:xfrm>
                <a:off x="9782381" y="7553538"/>
                <a:ext cx="279400" cy="1805516"/>
              </a:xfrm>
              <a:prstGeom prst="roundRect">
                <a:avLst/>
              </a:prstGeom>
              <a:solidFill>
                <a:srgbClr val="B2E0A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F13914EB-B766-EC22-2FCB-9780674696AB}"/>
                  </a:ext>
                </a:extLst>
              </p:cNvPr>
              <p:cNvSpPr/>
              <p:nvPr/>
            </p:nvSpPr>
            <p:spPr>
              <a:xfrm>
                <a:off x="9785762" y="10268160"/>
                <a:ext cx="279400" cy="1805516"/>
              </a:xfrm>
              <a:prstGeom prst="roundRect">
                <a:avLst/>
              </a:prstGeom>
              <a:solidFill>
                <a:srgbClr val="B2E0A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2399E4DE-429E-C918-3BA1-D53938AE7A9D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1900" y="6219310"/>
                    <a:ext cx="477695" cy="38779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2399E4DE-429E-C918-3BA1-D53938AE7A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1900" y="6219310"/>
                    <a:ext cx="477695" cy="38779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5FDFFAE7-3B80-237E-5E07-C623B04FB8A8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1900" y="8271630"/>
                    <a:ext cx="483401" cy="38779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5FDFFAE7-3B80-237E-5E07-C623B04FB8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1900" y="8271630"/>
                    <a:ext cx="483401" cy="38779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2789ADBB-94A1-58A3-6342-CC2D1EF15EA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1900" y="11007854"/>
                    <a:ext cx="545919" cy="38779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2789ADBB-94A1-58A3-6342-CC2D1EF15E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1900" y="11007854"/>
                    <a:ext cx="545919" cy="38779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BCA4C331-A320-33FC-DB69-236640779FB1}"/>
                    </a:ext>
                  </a:extLst>
                </p:cNvPr>
                <p:cNvSpPr/>
                <p:nvPr/>
              </p:nvSpPr>
              <p:spPr>
                <a:xfrm>
                  <a:off x="11941381" y="7495118"/>
                  <a:ext cx="279400" cy="1805516"/>
                </a:xfrm>
                <a:prstGeom prst="roundRect">
                  <a:avLst/>
                </a:prstGeom>
                <a:solidFill>
                  <a:srgbClr val="FED7D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AA9B0D75-2C30-7BA5-F8B9-7CA06DA27E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1381" y="7495118"/>
                  <a:ext cx="279400" cy="1805516"/>
                </a:xfrm>
                <a:prstGeom prst="round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352ECF1-E25B-1B99-A25D-918A860A0D7D}"/>
                </a:ext>
              </a:extLst>
            </p:cNvPr>
            <p:cNvSpPr/>
            <p:nvPr/>
          </p:nvSpPr>
          <p:spPr>
            <a:xfrm>
              <a:off x="11941381" y="9547438"/>
              <a:ext cx="279400" cy="1805516"/>
            </a:xfrm>
            <a:prstGeom prst="roundRect">
              <a:avLst/>
            </a:prstGeom>
            <a:solidFill>
              <a:srgbClr val="FED7D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3C08771-9CBD-BC46-4C40-85221F50717D}"/>
                </a:ext>
              </a:extLst>
            </p:cNvPr>
            <p:cNvSpPr/>
            <p:nvPr/>
          </p:nvSpPr>
          <p:spPr>
            <a:xfrm>
              <a:off x="11944762" y="12262060"/>
              <a:ext cx="279400" cy="1805516"/>
            </a:xfrm>
            <a:prstGeom prst="roundRect">
              <a:avLst/>
            </a:prstGeom>
            <a:solidFill>
              <a:srgbClr val="FED7D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B6B0770-7B6C-8251-415A-30F85708CB05}"/>
                    </a:ext>
                  </a:extLst>
                </p:cNvPr>
                <p:cNvSpPr txBox="1"/>
                <p:nvPr/>
              </p:nvSpPr>
              <p:spPr>
                <a:xfrm>
                  <a:off x="12431460" y="8213210"/>
                  <a:ext cx="477695" cy="3877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B6B0770-7B6C-8251-415A-30F85708CB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1460" y="8213210"/>
                  <a:ext cx="477695" cy="387798"/>
                </a:xfrm>
                <a:prstGeom prst="rect">
                  <a:avLst/>
                </a:prstGeom>
                <a:blipFill>
                  <a:blip r:embed="rId17"/>
                  <a:stretch>
                    <a:fillRect b="-15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F7C0711-53A6-A995-733E-55DAE8DBFE90}"/>
                    </a:ext>
                  </a:extLst>
                </p:cNvPr>
                <p:cNvSpPr txBox="1"/>
                <p:nvPr/>
              </p:nvSpPr>
              <p:spPr>
                <a:xfrm>
                  <a:off x="12431460" y="10111642"/>
                  <a:ext cx="483401" cy="3877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F7C0711-53A6-A995-733E-55DAE8DBF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1460" y="10111642"/>
                  <a:ext cx="483401" cy="387798"/>
                </a:xfrm>
                <a:prstGeom prst="rect">
                  <a:avLst/>
                </a:prstGeom>
                <a:blipFill>
                  <a:blip r:embed="rId18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BC2A458-6DEA-A764-7C18-F30F55026432}"/>
                    </a:ext>
                  </a:extLst>
                </p:cNvPr>
                <p:cNvSpPr txBox="1"/>
                <p:nvPr/>
              </p:nvSpPr>
              <p:spPr>
                <a:xfrm>
                  <a:off x="12431460" y="12795486"/>
                  <a:ext cx="545919" cy="3877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BC2A458-6DEA-A764-7C18-F30F550264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1460" y="12795486"/>
                  <a:ext cx="545919" cy="387798"/>
                </a:xfrm>
                <a:prstGeom prst="rect">
                  <a:avLst/>
                </a:prstGeom>
                <a:blipFill>
                  <a:blip r:embed="rId19"/>
                  <a:stretch>
                    <a:fillRect b="-31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73C0822-CA2A-273F-9D43-EDE842608E03}"/>
                    </a:ext>
                  </a:extLst>
                </p:cNvPr>
                <p:cNvSpPr txBox="1"/>
                <p:nvPr/>
              </p:nvSpPr>
              <p:spPr>
                <a:xfrm>
                  <a:off x="10938562" y="10111642"/>
                  <a:ext cx="686405" cy="6771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800" dirty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195A23-178C-A689-A6DA-0245090F6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8562" y="10111642"/>
                  <a:ext cx="686405" cy="67710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B25E1E0A-3B55-F631-06A8-02FE5C8443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2848" y="7391500"/>
              <a:ext cx="400050" cy="679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D5DC6F02-58B6-0400-4CAB-DE384AAA5C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5561" y="7391500"/>
              <a:ext cx="400050" cy="679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33516435-4E7B-5380-2E65-1E8E24CA63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2232" y="7099331"/>
              <a:ext cx="7488767" cy="353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6">
              <a:extLst>
                <a:ext uri="{FF2B5EF4-FFF2-40B4-BE49-F238E27FC236}">
                  <a16:creationId xmlns:a16="http://schemas.microsoft.com/office/drawing/2014/main" id="{8B2ECF0C-DEE9-28AE-78CB-F98FDDD069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74916" y="7095068"/>
              <a:ext cx="853129" cy="40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FFB3FFD2-3CC5-642E-4481-27D0783E23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4516" y="7076025"/>
              <a:ext cx="853129" cy="40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9F69CC7-EF1B-DA83-51A9-45F82133C1CA}"/>
                </a:ext>
              </a:extLst>
            </p:cNvPr>
            <p:cNvSpPr txBox="1"/>
            <p:nvPr/>
          </p:nvSpPr>
          <p:spPr>
            <a:xfrm rot="5400000">
              <a:off x="10126869" y="11452019"/>
              <a:ext cx="42862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E54597-4A80-BE08-BE51-FF1E15A71ED4}"/>
                </a:ext>
              </a:extLst>
            </p:cNvPr>
            <p:cNvSpPr txBox="1"/>
            <p:nvPr/>
          </p:nvSpPr>
          <p:spPr>
            <a:xfrm rot="5400000">
              <a:off x="12034798" y="11445937"/>
              <a:ext cx="42862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C256F02-D074-FC40-66EA-214928EC626F}"/>
                    </a:ext>
                  </a:extLst>
                </p:cNvPr>
                <p:cNvSpPr txBox="1"/>
                <p:nvPr/>
              </p:nvSpPr>
              <p:spPr>
                <a:xfrm>
                  <a:off x="5329319" y="6773086"/>
                  <a:ext cx="405880" cy="3877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>
                            <a:latin typeface="Cambria Math" panose="02040503050406030204" pitchFamily="18" charset="0"/>
                          </a:rPr>
                          <m:t>𝐀</m:t>
                        </m:r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C256F02-D074-FC40-66EA-214928EC62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9319" y="6773086"/>
                  <a:ext cx="405880" cy="387798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E8163B9-F1F6-7041-521C-A169F7E05279}"/>
                    </a:ext>
                  </a:extLst>
                </p:cNvPr>
                <p:cNvSpPr txBox="1"/>
                <p:nvPr/>
              </p:nvSpPr>
              <p:spPr>
                <a:xfrm>
                  <a:off x="10002626" y="6822584"/>
                  <a:ext cx="375424" cy="3877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E8163B9-F1F6-7041-521C-A169F7E052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2626" y="6822584"/>
                  <a:ext cx="375424" cy="38779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AD85F2F-39FE-C591-218C-6115A6775897}"/>
                    </a:ext>
                  </a:extLst>
                </p:cNvPr>
                <p:cNvSpPr txBox="1"/>
                <p:nvPr/>
              </p:nvSpPr>
              <p:spPr>
                <a:xfrm>
                  <a:off x="11895773" y="6817718"/>
                  <a:ext cx="378630" cy="3877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>
                            <a:latin typeface="Cambria Math" panose="02040503050406030204" pitchFamily="18" charset="0"/>
                          </a:rPr>
                          <m:t>𝐲</m:t>
                        </m:r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AD85F2F-39FE-C591-218C-6115A6775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95773" y="6817718"/>
                  <a:ext cx="378630" cy="387798"/>
                </a:xfrm>
                <a:prstGeom prst="rect">
                  <a:avLst/>
                </a:prstGeom>
                <a:blipFill>
                  <a:blip r:embed="rId26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06B5901-76BB-6E0F-84F4-357729D7BC71}"/>
                </a:ext>
              </a:extLst>
            </p:cNvPr>
            <p:cNvGrpSpPr/>
            <p:nvPr/>
          </p:nvGrpSpPr>
          <p:grpSpPr>
            <a:xfrm>
              <a:off x="3928533" y="13944571"/>
              <a:ext cx="3028152" cy="2646500"/>
              <a:chOff x="3987216" y="15653623"/>
              <a:chExt cx="3028152" cy="2646500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6F776517-6349-5415-84A6-4BE92DE42546}"/>
                  </a:ext>
                </a:extLst>
              </p:cNvPr>
              <p:cNvGrpSpPr/>
              <p:nvPr/>
            </p:nvGrpSpPr>
            <p:grpSpPr>
              <a:xfrm>
                <a:off x="3989333" y="15653623"/>
                <a:ext cx="2826045" cy="1390026"/>
                <a:chOff x="2913148" y="16094723"/>
                <a:chExt cx="3866224" cy="1854972"/>
              </a:xfrm>
            </p:grpSpPr>
            <p:pic>
              <p:nvPicPr>
                <p:cNvPr id="94" name="Picture 8" descr="undefined">
                  <a:extLst>
                    <a:ext uri="{FF2B5EF4-FFF2-40B4-BE49-F238E27FC236}">
                      <a16:creationId xmlns:a16="http://schemas.microsoft.com/office/drawing/2014/main" id="{27EE1115-0D76-8447-F431-7AF790407F6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3131385" y="16312467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732B18AF-947F-2578-945C-129D2BF685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0525" y="16459200"/>
                  <a:ext cx="171132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223C995C-B3A4-4FB4-BCE9-69C7B082C6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63950" y="16459199"/>
                  <a:ext cx="0" cy="91016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F0FA06C6-B2E3-03B2-3EDE-300EA81169D9}"/>
                    </a:ext>
                  </a:extLst>
                </p:cNvPr>
                <p:cNvSpPr/>
                <p:nvPr/>
              </p:nvSpPr>
              <p:spPr>
                <a:xfrm>
                  <a:off x="2991961" y="16426429"/>
                  <a:ext cx="62547" cy="6101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98" name="Picture 8" descr="undefined">
                  <a:extLst>
                    <a:ext uri="{FF2B5EF4-FFF2-40B4-BE49-F238E27FC236}">
                      <a16:creationId xmlns:a16="http://schemas.microsoft.com/office/drawing/2014/main" id="{EF765108-2C9B-A886-697F-2EEB6DCA005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4036533" y="16316706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F65AEF5E-5638-4022-074E-6ED09A8B03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0406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46386FE4-6131-36F2-1F71-249C5E52D7F8}"/>
                    </a:ext>
                  </a:extLst>
                </p:cNvPr>
                <p:cNvSpPr txBox="1"/>
                <p:nvPr/>
              </p:nvSpPr>
              <p:spPr>
                <a:xfrm>
                  <a:off x="4567715" y="16094723"/>
                  <a:ext cx="603518" cy="5339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</a:p>
              </p:txBody>
            </p:sp>
            <p:pic>
              <p:nvPicPr>
                <p:cNvPr id="101" name="Picture 8" descr="undefined">
                  <a:extLst>
                    <a:ext uri="{FF2B5EF4-FFF2-40B4-BE49-F238E27FC236}">
                      <a16:creationId xmlns:a16="http://schemas.microsoft.com/office/drawing/2014/main" id="{9FA8B798-D524-C0A8-83BA-87B7F1039B9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5288169" y="16315121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43C0A033-1D12-2B16-CB4C-26CEA0F480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7740" y="16456935"/>
                  <a:ext cx="928777" cy="452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4442692E-8AD5-30B3-8C17-32EB1F7C1F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19451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4" name="Picture 8" descr="undefined">
                  <a:extLst>
                    <a:ext uri="{FF2B5EF4-FFF2-40B4-BE49-F238E27FC236}">
                      <a16:creationId xmlns:a16="http://schemas.microsoft.com/office/drawing/2014/main" id="{DB505E54-5E57-CE26-25DF-935B539B9CB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6136860" y="16320215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B1A23585-3795-4D15-CA0B-4746C9D4FFE7}"/>
                    </a:ext>
                  </a:extLst>
                </p:cNvPr>
                <p:cNvCxnSpPr>
                  <a:cxnSpLocks/>
                  <a:stCxn id="104" idx="2"/>
                  <a:endCxn id="92" idx="2"/>
                </p:cNvCxnSpPr>
                <p:nvPr/>
              </p:nvCxnSpPr>
              <p:spPr>
                <a:xfrm>
                  <a:off x="6671243" y="17028860"/>
                  <a:ext cx="4" cy="92083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CB531350-1C9E-8062-3968-64EE6FB5E0CE}"/>
                  </a:ext>
                </a:extLst>
              </p:cNvPr>
              <p:cNvGrpSpPr/>
              <p:nvPr/>
            </p:nvGrpSpPr>
            <p:grpSpPr>
              <a:xfrm>
                <a:off x="3989336" y="16343652"/>
                <a:ext cx="2826045" cy="1402280"/>
                <a:chOff x="2913148" y="16094723"/>
                <a:chExt cx="3866224" cy="1871326"/>
              </a:xfrm>
            </p:grpSpPr>
            <p:pic>
              <p:nvPicPr>
                <p:cNvPr id="83" name="Picture 8" descr="undefined">
                  <a:extLst>
                    <a:ext uri="{FF2B5EF4-FFF2-40B4-BE49-F238E27FC236}">
                      <a16:creationId xmlns:a16="http://schemas.microsoft.com/office/drawing/2014/main" id="{90D85DD9-EBC7-FB35-F971-8081B78B170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3131385" y="16316706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5B508916-221D-996A-FC19-9253F2F06B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0525" y="16459200"/>
                  <a:ext cx="171132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E596423F-EB99-5B58-BCEB-0C88AA497B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63950" y="16459199"/>
                  <a:ext cx="0" cy="91016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86" name="Picture 8" descr="undefined">
                  <a:extLst>
                    <a:ext uri="{FF2B5EF4-FFF2-40B4-BE49-F238E27FC236}">
                      <a16:creationId xmlns:a16="http://schemas.microsoft.com/office/drawing/2014/main" id="{65A4AB7A-8E77-05C1-B710-F1C6C0F96BE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4036533" y="16316706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6EF1F96E-1865-1AE1-DFB7-21D0EC85A2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0406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FE7F3C8-DDFD-AAE0-94B1-BC3A80C214CC}"/>
                    </a:ext>
                  </a:extLst>
                </p:cNvPr>
                <p:cNvSpPr txBox="1"/>
                <p:nvPr/>
              </p:nvSpPr>
              <p:spPr>
                <a:xfrm>
                  <a:off x="4567715" y="16094723"/>
                  <a:ext cx="603518" cy="5339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</a:p>
              </p:txBody>
            </p:sp>
            <p:pic>
              <p:nvPicPr>
                <p:cNvPr id="89" name="Picture 8" descr="undefined">
                  <a:extLst>
                    <a:ext uri="{FF2B5EF4-FFF2-40B4-BE49-F238E27FC236}">
                      <a16:creationId xmlns:a16="http://schemas.microsoft.com/office/drawing/2014/main" id="{6465C88E-8571-298E-1210-C75BFA6A293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5288169" y="16315121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ED5D9553-CD31-BC83-C3FE-AC3824119A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7740" y="16456935"/>
                  <a:ext cx="928777" cy="452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2CD3F1E5-8CC6-B478-DEBE-FDEA125E42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19451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92" name="Picture 8" descr="undefined">
                  <a:extLst>
                    <a:ext uri="{FF2B5EF4-FFF2-40B4-BE49-F238E27FC236}">
                      <a16:creationId xmlns:a16="http://schemas.microsoft.com/office/drawing/2014/main" id="{543E978F-A15F-D84E-B979-6E70FC623CD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6136860" y="16320215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5F206803-B000-3B42-8AD3-E410E1C51D16}"/>
                    </a:ext>
                  </a:extLst>
                </p:cNvPr>
                <p:cNvCxnSpPr>
                  <a:cxnSpLocks/>
                  <a:stCxn id="92" idx="2"/>
                </p:cNvCxnSpPr>
                <p:nvPr/>
              </p:nvCxnSpPr>
              <p:spPr>
                <a:xfrm flipH="1">
                  <a:off x="6669655" y="17035862"/>
                  <a:ext cx="1588" cy="9301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61D95CF4-4E64-9E3C-772D-218136EADDD0}"/>
                  </a:ext>
                </a:extLst>
              </p:cNvPr>
              <p:cNvGrpSpPr/>
              <p:nvPr/>
            </p:nvGrpSpPr>
            <p:grpSpPr>
              <a:xfrm>
                <a:off x="3987216" y="17325271"/>
                <a:ext cx="2826045" cy="974852"/>
                <a:chOff x="2913148" y="16094723"/>
                <a:chExt cx="3866224" cy="1300929"/>
              </a:xfrm>
            </p:grpSpPr>
            <p:pic>
              <p:nvPicPr>
                <p:cNvPr id="68" name="Picture 8" descr="undefined">
                  <a:extLst>
                    <a:ext uri="{FF2B5EF4-FFF2-40B4-BE49-F238E27FC236}">
                      <a16:creationId xmlns:a16="http://schemas.microsoft.com/office/drawing/2014/main" id="{2C1A9BB6-DA30-1E8B-C4AB-26976A64D3E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3131385" y="16316706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0AA484EB-3E06-0823-A3F8-455505C557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0525" y="16459200"/>
                  <a:ext cx="171132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19F3E473-CB26-4501-18E6-FE9F4EE2B8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63950" y="16459199"/>
                  <a:ext cx="0" cy="91016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71" name="Picture 8" descr="undefined">
                  <a:extLst>
                    <a:ext uri="{FF2B5EF4-FFF2-40B4-BE49-F238E27FC236}">
                      <a16:creationId xmlns:a16="http://schemas.microsoft.com/office/drawing/2014/main" id="{E966076C-6CE6-7400-5BC4-DD8D44E14A3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4036533" y="16316706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BB1096EA-A8B1-6E71-1302-86EB6C222B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0406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BB005570-8E94-1E63-2D22-653ABEB0462A}"/>
                    </a:ext>
                  </a:extLst>
                </p:cNvPr>
                <p:cNvSpPr/>
                <p:nvPr/>
              </p:nvSpPr>
              <p:spPr>
                <a:xfrm>
                  <a:off x="3912554" y="1643776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DE70B72-DE2D-D206-1F28-FB9F26B8630C}"/>
                    </a:ext>
                  </a:extLst>
                </p:cNvPr>
                <p:cNvSpPr txBox="1"/>
                <p:nvPr/>
              </p:nvSpPr>
              <p:spPr>
                <a:xfrm>
                  <a:off x="4567715" y="16094723"/>
                  <a:ext cx="603518" cy="5339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</a:p>
              </p:txBody>
            </p:sp>
            <p:pic>
              <p:nvPicPr>
                <p:cNvPr id="75" name="Picture 8" descr="undefined">
                  <a:extLst>
                    <a:ext uri="{FF2B5EF4-FFF2-40B4-BE49-F238E27FC236}">
                      <a16:creationId xmlns:a16="http://schemas.microsoft.com/office/drawing/2014/main" id="{1E9750C7-A298-320A-EC24-6468D21A853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5288169" y="16315121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D7F548A4-EF6E-AD5B-133C-3086729C58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7740" y="16456935"/>
                  <a:ext cx="928777" cy="452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273AACF-FA0C-FD37-94F9-A2466A2F77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19451" y="16456983"/>
                  <a:ext cx="0" cy="9107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78" name="Picture 8" descr="undefined">
                  <a:extLst>
                    <a:ext uri="{FF2B5EF4-FFF2-40B4-BE49-F238E27FC236}">
                      <a16:creationId xmlns:a16="http://schemas.microsoft.com/office/drawing/2014/main" id="{CAE9335F-61B8-8D2D-8B0F-36DCD96ACA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691044">
                  <a:off x="6136860" y="16320215"/>
                  <a:ext cx="424276" cy="86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A412F4E2-67B0-3D6A-837C-633F8054CE1A}"/>
                    </a:ext>
                  </a:extLst>
                </p:cNvPr>
                <p:cNvCxnSpPr>
                  <a:cxnSpLocks/>
                  <a:stCxn id="78" idx="2"/>
                </p:cNvCxnSpPr>
                <p:nvPr/>
              </p:nvCxnSpPr>
              <p:spPr>
                <a:xfrm>
                  <a:off x="6671243" y="17028861"/>
                  <a:ext cx="1" cy="36679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2C52EC4E-0D5B-1C4A-F4F5-D3E8865C3818}"/>
                    </a:ext>
                  </a:extLst>
                </p:cNvPr>
                <p:cNvSpPr/>
                <p:nvPr/>
              </p:nvSpPr>
              <p:spPr>
                <a:xfrm>
                  <a:off x="5796591" y="16994912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96AEC182-1E44-B655-E39F-21AA460A4508}"/>
                    </a:ext>
                  </a:extLst>
                </p:cNvPr>
                <p:cNvSpPr/>
                <p:nvPr/>
              </p:nvSpPr>
              <p:spPr>
                <a:xfrm>
                  <a:off x="6002129" y="16442457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8E2CA76A-DC78-19CB-9510-3128242DDDCC}"/>
                    </a:ext>
                  </a:extLst>
                </p:cNvPr>
                <p:cNvSpPr/>
                <p:nvPr/>
              </p:nvSpPr>
              <p:spPr>
                <a:xfrm>
                  <a:off x="6646795" y="17003007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0256EF6-830C-3504-1FF6-C4CC42E3701D}"/>
                  </a:ext>
                </a:extLst>
              </p:cNvPr>
              <p:cNvSpPr txBox="1"/>
              <p:nvPr/>
            </p:nvSpPr>
            <p:spPr>
              <a:xfrm rot="5400000">
                <a:off x="4395394" y="17237396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0CD4C7C-ADFC-A773-1161-AA4D93B6A5EF}"/>
                  </a:ext>
                </a:extLst>
              </p:cNvPr>
              <p:cNvSpPr txBox="1"/>
              <p:nvPr/>
            </p:nvSpPr>
            <p:spPr>
              <a:xfrm rot="5400000">
                <a:off x="5058855" y="17238399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60369B7-3F0F-CBE7-D9F1-77539083BAA0}"/>
                  </a:ext>
                </a:extLst>
              </p:cNvPr>
              <p:cNvSpPr txBox="1"/>
              <p:nvPr/>
            </p:nvSpPr>
            <p:spPr>
              <a:xfrm rot="5400000">
                <a:off x="5974815" y="17229105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F94B8AE-E19C-14C1-2AF8-E5233EFC49A9}"/>
                  </a:ext>
                </a:extLst>
              </p:cNvPr>
              <p:cNvSpPr txBox="1"/>
              <p:nvPr/>
            </p:nvSpPr>
            <p:spPr>
              <a:xfrm rot="5400000">
                <a:off x="6594740" y="17678542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B5F6DF6-8169-AD9E-A7E6-B1B39990711B}"/>
                  </a:ext>
                </a:extLst>
              </p:cNvPr>
              <p:cNvSpPr/>
              <p:nvPr/>
            </p:nvSpPr>
            <p:spPr>
              <a:xfrm>
                <a:off x="4512804" y="1631206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91DDA93-B3EC-BB18-E10F-5AF405618785}"/>
                  </a:ext>
                </a:extLst>
              </p:cNvPr>
              <p:cNvSpPr/>
              <p:nvPr/>
            </p:nvSpPr>
            <p:spPr>
              <a:xfrm>
                <a:off x="4712196" y="15910612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FE6D5DC-832E-AA2D-4CA9-848FB20CC1F8}"/>
                  </a:ext>
                </a:extLst>
              </p:cNvPr>
              <p:cNvSpPr/>
              <p:nvPr/>
            </p:nvSpPr>
            <p:spPr>
              <a:xfrm>
                <a:off x="5176582" y="16314692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5558DAC-042A-22C4-AE57-7CF3A042EBAB}"/>
                  </a:ext>
                </a:extLst>
              </p:cNvPr>
              <p:cNvSpPr/>
              <p:nvPr/>
            </p:nvSpPr>
            <p:spPr>
              <a:xfrm>
                <a:off x="5624653" y="1590327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BD6B573-9B4B-E564-95FA-C3E548F2368E}"/>
                  </a:ext>
                </a:extLst>
              </p:cNvPr>
              <p:cNvSpPr/>
              <p:nvPr/>
            </p:nvSpPr>
            <p:spPr>
              <a:xfrm>
                <a:off x="6090215" y="163157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7BCB59D-7A60-6AB0-BCF4-F818D4AFEC15}"/>
                  </a:ext>
                </a:extLst>
              </p:cNvPr>
              <p:cNvSpPr/>
              <p:nvPr/>
            </p:nvSpPr>
            <p:spPr>
              <a:xfrm>
                <a:off x="6243232" y="1590768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03B4652-B0BF-B204-05F8-C18B2C61E659}"/>
                  </a:ext>
                </a:extLst>
              </p:cNvPr>
              <p:cNvSpPr/>
              <p:nvPr/>
            </p:nvSpPr>
            <p:spPr>
              <a:xfrm>
                <a:off x="6713557" y="1632888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447E291B-67E0-4788-F9AF-64365223AEA9}"/>
                  </a:ext>
                </a:extLst>
              </p:cNvPr>
              <p:cNvSpPr/>
              <p:nvPr/>
            </p:nvSpPr>
            <p:spPr>
              <a:xfrm>
                <a:off x="4042427" y="16592511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0E68270-6995-C76F-4F80-76A17438B451}"/>
                  </a:ext>
                </a:extLst>
              </p:cNvPr>
              <p:cNvSpPr/>
              <p:nvPr/>
            </p:nvSpPr>
            <p:spPr>
              <a:xfrm>
                <a:off x="4511465" y="1700670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A03292AE-B73B-53FB-240E-AB64D81E350B}"/>
                  </a:ext>
                </a:extLst>
              </p:cNvPr>
              <p:cNvSpPr/>
              <p:nvPr/>
            </p:nvSpPr>
            <p:spPr>
              <a:xfrm>
                <a:off x="4711588" y="1659251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1A90114-921E-965A-EC37-775749662963}"/>
                  </a:ext>
                </a:extLst>
              </p:cNvPr>
              <p:cNvSpPr/>
              <p:nvPr/>
            </p:nvSpPr>
            <p:spPr>
              <a:xfrm>
                <a:off x="5176582" y="1700923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F9817D2-7882-67EB-0915-086F94F40427}"/>
                  </a:ext>
                </a:extLst>
              </p:cNvPr>
              <p:cNvSpPr/>
              <p:nvPr/>
            </p:nvSpPr>
            <p:spPr>
              <a:xfrm>
                <a:off x="5614783" y="1659348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A88051F-DD40-8F7C-1C2D-9BD3430BF691}"/>
                  </a:ext>
                </a:extLst>
              </p:cNvPr>
              <p:cNvSpPr/>
              <p:nvPr/>
            </p:nvSpPr>
            <p:spPr>
              <a:xfrm>
                <a:off x="6085990" y="1700353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56E3FB6-1428-94A4-D8EA-076006626E08}"/>
                  </a:ext>
                </a:extLst>
              </p:cNvPr>
              <p:cNvSpPr/>
              <p:nvPr/>
            </p:nvSpPr>
            <p:spPr>
              <a:xfrm>
                <a:off x="6243098" y="1659562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4D4BAC0-238E-BE90-027C-AA8AED7C0BE0}"/>
                  </a:ext>
                </a:extLst>
              </p:cNvPr>
              <p:cNvSpPr/>
              <p:nvPr/>
            </p:nvSpPr>
            <p:spPr>
              <a:xfrm>
                <a:off x="6713557" y="1701349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8A0C7C1-1BF7-8592-2891-2889AE4C5DC2}"/>
                  </a:ext>
                </a:extLst>
              </p:cNvPr>
              <p:cNvSpPr/>
              <p:nvPr/>
            </p:nvSpPr>
            <p:spPr>
              <a:xfrm>
                <a:off x="4042426" y="1757383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DDD31F26-7070-82FA-9F35-85FD2E5605DE}"/>
                  </a:ext>
                </a:extLst>
              </p:cNvPr>
              <p:cNvSpPr/>
              <p:nvPr/>
            </p:nvSpPr>
            <p:spPr>
              <a:xfrm>
                <a:off x="4510687" y="1799568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23AC2B8-47FE-802E-4AD7-23A201420BDB}"/>
                  </a:ext>
                </a:extLst>
              </p:cNvPr>
              <p:cNvSpPr/>
              <p:nvPr/>
            </p:nvSpPr>
            <p:spPr>
              <a:xfrm>
                <a:off x="4707471" y="1757781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303C71B-5D16-A474-2CCD-25EAB21FB2B3}"/>
                  </a:ext>
                </a:extLst>
              </p:cNvPr>
              <p:cNvSpPr/>
              <p:nvPr/>
            </p:nvSpPr>
            <p:spPr>
              <a:xfrm>
                <a:off x="5173406" y="1799568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F8E6703-2244-F3C0-8F41-9A15BC957D16}"/>
                  </a:ext>
                </a:extLst>
              </p:cNvPr>
              <p:cNvSpPr/>
              <p:nvPr/>
            </p:nvSpPr>
            <p:spPr>
              <a:xfrm>
                <a:off x="5617059" y="175738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9E926A7-66C5-84DD-D66F-C73DDB9D39A4}"/>
                  </a:ext>
                </a:extLst>
              </p:cNvPr>
              <p:cNvSpPr/>
              <p:nvPr/>
            </p:nvSpPr>
            <p:spPr>
              <a:xfrm>
                <a:off x="6087527" y="1799508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751DDE2-5254-B3BA-070C-A083DC01D551}"/>
                  </a:ext>
                </a:extLst>
              </p:cNvPr>
              <p:cNvSpPr/>
              <p:nvPr/>
            </p:nvSpPr>
            <p:spPr>
              <a:xfrm>
                <a:off x="6234047" y="1757212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BF49BD3C-B5A4-0835-1D4D-E5FEA040F93B}"/>
                  </a:ext>
                </a:extLst>
              </p:cNvPr>
              <p:cNvSpPr/>
              <p:nvPr/>
            </p:nvSpPr>
            <p:spPr>
              <a:xfrm>
                <a:off x="6710202" y="1799817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5848242-73F0-67D6-D238-985707ADDA4B}"/>
                    </a:ext>
                  </a:extLst>
                </p:cNvPr>
                <p:cNvSpPr txBox="1"/>
                <p:nvPr/>
              </p:nvSpPr>
              <p:spPr>
                <a:xfrm>
                  <a:off x="3978623" y="14475782"/>
                  <a:ext cx="495497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41C64045-E9A3-DE6E-116F-71D424337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8623" y="14475782"/>
                  <a:ext cx="495497" cy="317203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7126E7A-1AAB-8BB7-7BD1-F7A5229699CD}"/>
                    </a:ext>
                  </a:extLst>
                </p:cNvPr>
                <p:cNvSpPr txBox="1"/>
                <p:nvPr/>
              </p:nvSpPr>
              <p:spPr>
                <a:xfrm>
                  <a:off x="4624049" y="14480529"/>
                  <a:ext cx="495497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38" name="TextBox 1137">
                  <a:extLst>
                    <a:ext uri="{FF2B5EF4-FFF2-40B4-BE49-F238E27FC236}">
                      <a16:creationId xmlns:a16="http://schemas.microsoft.com/office/drawing/2014/main" id="{FC36E3A3-1478-0008-73D1-05F693F2FC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4049" y="14480529"/>
                  <a:ext cx="495497" cy="317203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83ACE2B-4A26-689B-E18F-40C22FFD300F}"/>
                    </a:ext>
                  </a:extLst>
                </p:cNvPr>
                <p:cNvSpPr txBox="1"/>
                <p:nvPr/>
              </p:nvSpPr>
              <p:spPr>
                <a:xfrm>
                  <a:off x="5430852" y="14466104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FC89350A-67BD-5007-A216-A81D92B79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0852" y="14466104"/>
                  <a:ext cx="495497" cy="324384"/>
                </a:xfrm>
                <a:prstGeom prst="rect">
                  <a:avLst/>
                </a:prstGeom>
                <a:blipFill>
                  <a:blip r:embed="rId30"/>
                  <a:stretch>
                    <a:fillRect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2AEA8F-B11B-3A4C-7309-795AF3FF2B71}"/>
                    </a:ext>
                  </a:extLst>
                </p:cNvPr>
                <p:cNvSpPr txBox="1"/>
                <p:nvPr/>
              </p:nvSpPr>
              <p:spPr>
                <a:xfrm>
                  <a:off x="6170919" y="14459353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0" name="TextBox 1139">
                  <a:extLst>
                    <a:ext uri="{FF2B5EF4-FFF2-40B4-BE49-F238E27FC236}">
                      <a16:creationId xmlns:a16="http://schemas.microsoft.com/office/drawing/2014/main" id="{5BADD072-168E-484E-20F7-FB9E58E3B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0919" y="14459353"/>
                  <a:ext cx="495497" cy="324384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B1AA17F-45AD-7FF1-A3BC-9E4A9A0AE978}"/>
                    </a:ext>
                  </a:extLst>
                </p:cNvPr>
                <p:cNvSpPr txBox="1"/>
                <p:nvPr/>
              </p:nvSpPr>
              <p:spPr>
                <a:xfrm>
                  <a:off x="3995165" y="15191563"/>
                  <a:ext cx="495497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20AFF26F-4DD4-732E-36D3-F1B1827E42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5165" y="15191563"/>
                  <a:ext cx="495497" cy="317203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A79B7CD-26B9-FE6D-7C0C-0B75C72B8D5A}"/>
                    </a:ext>
                  </a:extLst>
                </p:cNvPr>
                <p:cNvSpPr txBox="1"/>
                <p:nvPr/>
              </p:nvSpPr>
              <p:spPr>
                <a:xfrm>
                  <a:off x="4645557" y="15190289"/>
                  <a:ext cx="495497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2" name="TextBox 1141">
                  <a:extLst>
                    <a:ext uri="{FF2B5EF4-FFF2-40B4-BE49-F238E27FC236}">
                      <a16:creationId xmlns:a16="http://schemas.microsoft.com/office/drawing/2014/main" id="{ADA8DFB9-0A9C-C6E6-DD6B-A90A48851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557" y="15190289"/>
                  <a:ext cx="495497" cy="317203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0CF7C51-674E-EC10-F4DE-9A6FFBC7D89F}"/>
                    </a:ext>
                  </a:extLst>
                </p:cNvPr>
                <p:cNvSpPr txBox="1"/>
                <p:nvPr/>
              </p:nvSpPr>
              <p:spPr>
                <a:xfrm>
                  <a:off x="5441065" y="15190068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B080B71D-1B5D-ACBD-B889-27C051512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1065" y="15190068"/>
                  <a:ext cx="495497" cy="324384"/>
                </a:xfrm>
                <a:prstGeom prst="rect">
                  <a:avLst/>
                </a:prstGeom>
                <a:blipFill>
                  <a:blip r:embed="rId34"/>
                  <a:stretch>
                    <a:fillRect r="-197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433B536-4B23-31D9-A4F7-2CE32E57A494}"/>
                    </a:ext>
                  </a:extLst>
                </p:cNvPr>
                <p:cNvSpPr txBox="1"/>
                <p:nvPr/>
              </p:nvSpPr>
              <p:spPr>
                <a:xfrm>
                  <a:off x="6157438" y="15180704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4" name="TextBox 1143">
                  <a:extLst>
                    <a:ext uri="{FF2B5EF4-FFF2-40B4-BE49-F238E27FC236}">
                      <a16:creationId xmlns:a16="http://schemas.microsoft.com/office/drawing/2014/main" id="{F410A45A-22A4-084B-F1EF-822843EB4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7438" y="15180704"/>
                  <a:ext cx="495497" cy="324384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78C0211-7C17-C200-1E2A-B2A3BA659A9E}"/>
                    </a:ext>
                  </a:extLst>
                </p:cNvPr>
                <p:cNvSpPr txBox="1"/>
                <p:nvPr/>
              </p:nvSpPr>
              <p:spPr>
                <a:xfrm>
                  <a:off x="6165318" y="16154024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5" name="TextBox 1144">
                  <a:extLst>
                    <a:ext uri="{FF2B5EF4-FFF2-40B4-BE49-F238E27FC236}">
                      <a16:creationId xmlns:a16="http://schemas.microsoft.com/office/drawing/2014/main" id="{31AEC46F-2A79-577C-4BDC-873CA96309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5318" y="16154024"/>
                  <a:ext cx="495497" cy="324384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5C633A3-EC09-6A49-B8B4-ECB434189429}"/>
                    </a:ext>
                  </a:extLst>
                </p:cNvPr>
                <p:cNvSpPr txBox="1"/>
                <p:nvPr/>
              </p:nvSpPr>
              <p:spPr>
                <a:xfrm>
                  <a:off x="5440891" y="16130929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6" name="TextBox 1145">
                  <a:extLst>
                    <a:ext uri="{FF2B5EF4-FFF2-40B4-BE49-F238E27FC236}">
                      <a16:creationId xmlns:a16="http://schemas.microsoft.com/office/drawing/2014/main" id="{16F4B648-2820-11DB-8C08-D18470FEAD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0891" y="16130929"/>
                  <a:ext cx="495497" cy="324384"/>
                </a:xfrm>
                <a:prstGeom prst="rect">
                  <a:avLst/>
                </a:prstGeom>
                <a:blipFill>
                  <a:blip r:embed="rId37"/>
                  <a:stretch>
                    <a:fillRect r="-209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9831CF8-A80F-A0BA-95D9-E4DDB37B0745}"/>
                    </a:ext>
                  </a:extLst>
                </p:cNvPr>
                <p:cNvSpPr txBox="1"/>
                <p:nvPr/>
              </p:nvSpPr>
              <p:spPr>
                <a:xfrm>
                  <a:off x="4592667" y="16154024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EE24D8A8-6BEC-5C98-EC67-AC3779796C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667" y="16154024"/>
                  <a:ext cx="495497" cy="324384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85A0B2A-C48E-A4DB-9AB6-67B34B85A87B}"/>
                    </a:ext>
                  </a:extLst>
                </p:cNvPr>
                <p:cNvSpPr txBox="1"/>
                <p:nvPr/>
              </p:nvSpPr>
              <p:spPr>
                <a:xfrm>
                  <a:off x="3895093" y="16134565"/>
                  <a:ext cx="495497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8" name="TextBox 1147">
                  <a:extLst>
                    <a:ext uri="{FF2B5EF4-FFF2-40B4-BE49-F238E27FC236}">
                      <a16:creationId xmlns:a16="http://schemas.microsoft.com/office/drawing/2014/main" id="{E5E09117-A353-DAF3-274E-3F11BBB2E7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5093" y="16134565"/>
                  <a:ext cx="495497" cy="32438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77479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9F00FBA-AC0F-A383-6C3E-30773B2A1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39" y="-112894"/>
            <a:ext cx="16969921" cy="10984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C8FC04-E669-44C3-38F3-79AD1A0A4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319" y="952993"/>
            <a:ext cx="5258718" cy="1805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EBDA38-0733-1E02-DC12-280E05CF2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148" y="3217215"/>
            <a:ext cx="5220839" cy="18057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EEADA8-ADF8-D342-D515-DA2E98022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348" y="5481438"/>
            <a:ext cx="5227869" cy="18057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D25872-82D8-02ED-B0A9-6EDFDB636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8987" y="6556557"/>
            <a:ext cx="5191400" cy="18057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0A4BB1-E78B-5BAC-D1E6-F411D5BE1D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9408" y="3593253"/>
            <a:ext cx="5198239" cy="1805704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4E10A3-D9DD-F58D-30A8-20CB36C8BAD1}"/>
              </a:ext>
            </a:extLst>
          </p:cNvPr>
          <p:cNvCxnSpPr/>
          <p:nvPr/>
        </p:nvCxnSpPr>
        <p:spPr>
          <a:xfrm flipH="1" flipV="1">
            <a:off x="2743200" y="1208868"/>
            <a:ext cx="960895" cy="7594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28B2F6-AB30-C6A7-7CD3-ED6195C58A6D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3009900" y="4120067"/>
            <a:ext cx="1070248" cy="16135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2F085C-7932-EAF0-A6F3-C40000686E70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3265714" y="6384290"/>
            <a:ext cx="1017634" cy="13272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1909CD-39B8-CE0F-8DEA-01AF84C1825C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949700" y="7459409"/>
            <a:ext cx="6099287" cy="16135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87A55C4-908C-B304-ED7F-049030884BF8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5218528" y="5398957"/>
            <a:ext cx="1384083" cy="36739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98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82E0B4-1DD1-2126-ACC2-1F917A5BF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64" y="1"/>
            <a:ext cx="16952471" cy="10972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15A136-EFB2-3F68-D45F-CF90E58DC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475" y="841904"/>
            <a:ext cx="4735500" cy="163564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6E7FD1-E50A-11E4-FC73-E883DDEC469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2752725" y="1162050"/>
            <a:ext cx="1074750" cy="4976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79FCFC4-7F4A-3A22-DF10-393DD366B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475" y="3029677"/>
            <a:ext cx="4621841" cy="163564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BDAC99-D85E-2595-D37A-6487CE58A7C0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2902857" y="3847498"/>
            <a:ext cx="924618" cy="51125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CCBA4771-D2E0-2003-B03B-88C5638BBF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7475" y="5089532"/>
            <a:ext cx="4621841" cy="163564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754237A-39F2-681B-315D-66D950E185B3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3290100" y="6725172"/>
            <a:ext cx="2848296" cy="22348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E77E738D-482D-151A-18C3-3AA3061A28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8043" y="6403779"/>
            <a:ext cx="4316667" cy="163564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10F173-B347-F16D-AAFD-F90C8735FE3D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3983182" y="7221599"/>
            <a:ext cx="4694861" cy="19078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F57C005A-33D0-D493-1136-B1402BA4C1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0088" y="3232959"/>
            <a:ext cx="4621841" cy="267212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B98670-012E-574C-C04C-0DD3FA826A1D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4641009" y="5905082"/>
            <a:ext cx="1977819" cy="32329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05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44C47D2-3E83-8E84-444F-52C51E52D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63" y="757"/>
            <a:ext cx="16952473" cy="10972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C27534-FF4F-E959-0087-E696C00B6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519" y="898372"/>
            <a:ext cx="5527394" cy="1923299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1C75D3-256A-4444-237B-BC7803F63353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2651125" y="1111250"/>
            <a:ext cx="775394" cy="7487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150B0473-4A6F-65B8-21BD-A702A7CB4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230" y="3444271"/>
            <a:ext cx="5527394" cy="1906285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23FE4A-C3A7-A285-7111-5D456F7A0126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895600" y="4397414"/>
            <a:ext cx="516630" cy="44671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1DAF7E6A-9FFB-E07D-BCE5-9DD5721A5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520" y="5806471"/>
            <a:ext cx="5527393" cy="1914609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3A1F2F8-1C1A-24A7-2599-78BB0D7B461C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3276600" y="7721080"/>
            <a:ext cx="2913617" cy="11435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A261CC88-6D90-A379-D900-7BFD8B0B5B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4721" y="5806471"/>
            <a:ext cx="5527394" cy="1914609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7921F5A-9DCB-C603-561E-7DD3C776CC96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4020457" y="7721080"/>
            <a:ext cx="8087961" cy="12632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F4C02740-D360-1600-1BD9-7AC4D4460B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09210" y="2821671"/>
            <a:ext cx="6306430" cy="2200582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05A935D-4312-F04A-ACF6-43C6DD4FEAE9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14662425" y="5022253"/>
            <a:ext cx="1954962" cy="3842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111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91A7D4-5460-FE2E-2261-FA219A93EBDE}"/>
              </a:ext>
            </a:extLst>
          </p:cNvPr>
          <p:cNvSpPr txBox="1"/>
          <p:nvPr/>
        </p:nvSpPr>
        <p:spPr>
          <a:xfrm flipH="1">
            <a:off x="2295431" y="286748"/>
            <a:ext cx="1550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TaOx-HfOx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C2B800-D8AF-640E-578A-916BCD3D5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828" y="3543538"/>
            <a:ext cx="6306430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7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4E24D5-AF0E-4AF9-E43E-60B546F06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13" y="2145921"/>
            <a:ext cx="6306430" cy="21815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6B5941-F384-F96C-02A1-5CF3E9EB7C7E}"/>
              </a:ext>
            </a:extLst>
          </p:cNvPr>
          <p:cNvSpPr txBox="1"/>
          <p:nvPr/>
        </p:nvSpPr>
        <p:spPr>
          <a:xfrm flipH="1">
            <a:off x="2184760" y="1623424"/>
            <a:ext cx="1550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EpiRAM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430826-50BF-BDC6-2BDB-4CDE8FAE3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644" y="2126868"/>
            <a:ext cx="6325483" cy="22005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B4F0CC-4EDE-38F5-1262-96FAC06D6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7828" y="2145921"/>
            <a:ext cx="6315956" cy="22005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B9FEF2-14EF-179E-C218-9986C8D69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13" y="4499665"/>
            <a:ext cx="6306430" cy="21910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3BDD070-5B7D-9673-F912-B72BDEF35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258" y="4499665"/>
            <a:ext cx="6325483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22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133</Words>
  <Application>Microsoft Office PowerPoint</Application>
  <PresentationFormat>Custom</PresentationFormat>
  <Paragraphs>78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Quang-Nguyen Vo-Huynh</dc:creator>
  <cp:lastModifiedBy>Vo, Lucius</cp:lastModifiedBy>
  <cp:revision>44</cp:revision>
  <dcterms:created xsi:type="dcterms:W3CDTF">2024-05-02T22:51:16Z</dcterms:created>
  <dcterms:modified xsi:type="dcterms:W3CDTF">2024-09-20T00:14:19Z</dcterms:modified>
</cp:coreProperties>
</file>