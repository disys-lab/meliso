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</p:sldIdLst>
  <p:sldSz cx="1706880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047" userDrawn="1">
          <p15:clr>
            <a:srgbClr val="A4A3A4"/>
          </p15:clr>
        </p15:guide>
        <p15:guide id="2" pos="53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671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1" autoAdjust="0"/>
    <p:restoredTop sz="94694"/>
  </p:normalViewPr>
  <p:slideViewPr>
    <p:cSldViewPr snapToGrid="0">
      <p:cViewPr varScale="1">
        <p:scale>
          <a:sx n="73" d="100"/>
          <a:sy n="73" d="100"/>
        </p:scale>
        <p:origin x="208" y="600"/>
      </p:cViewPr>
      <p:guideLst>
        <p:guide orient="horz" pos="3047"/>
        <p:guide pos="537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33600" y="1571308"/>
            <a:ext cx="1280160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33600" y="5042853"/>
            <a:ext cx="128016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5/3/24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038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5/3/24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078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64590" y="2393634"/>
            <a:ext cx="1472184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64590" y="6425249"/>
            <a:ext cx="1472184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82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5/3/24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966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73480" y="2555875"/>
            <a:ext cx="7254240" cy="60918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41080" y="2555875"/>
            <a:ext cx="7254240" cy="60918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5/3/24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597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5703" y="511176"/>
            <a:ext cx="14721840" cy="185578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5704" y="2353628"/>
            <a:ext cx="7220902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5704" y="3507105"/>
            <a:ext cx="7220902" cy="51584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641080" y="2353628"/>
            <a:ext cx="7256463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641080" y="3507105"/>
            <a:ext cx="7256463" cy="51584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5/3/24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856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5/3/24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971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5/3/24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042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5704" y="640080"/>
            <a:ext cx="5505132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56463" y="1382396"/>
            <a:ext cx="864108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5704" y="2880360"/>
            <a:ext cx="5505132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5/3/24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0216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5704" y="640080"/>
            <a:ext cx="5505132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256463" y="1382396"/>
            <a:ext cx="864108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5704" y="2880360"/>
            <a:ext cx="5505132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5/3/24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0101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5/3/24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191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214860" y="511175"/>
            <a:ext cx="3680460" cy="81365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3480" y="511175"/>
            <a:ext cx="10828020" cy="81365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5/3/24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868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73480" y="511176"/>
            <a:ext cx="1472184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3480" y="2555875"/>
            <a:ext cx="1472184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73480" y="8898891"/>
            <a:ext cx="384048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9C06B4-8593-4EB8-B79F-B0D577D596E5}" type="datetimeFigureOut">
              <a:rPr lang="en-US" smtClean="0"/>
              <a:t>5/3/24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54040" y="8898891"/>
            <a:ext cx="576072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054840" y="8898891"/>
            <a:ext cx="384048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884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2A65F6B-265B-7181-154C-AC68DA6EAC3D}"/>
              </a:ext>
            </a:extLst>
          </p:cNvPr>
          <p:cNvSpPr/>
          <p:nvPr/>
        </p:nvSpPr>
        <p:spPr>
          <a:xfrm>
            <a:off x="6254034" y="870502"/>
            <a:ext cx="3655080" cy="1363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§"/>
            </a:pP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ea typeface="CMU Typewriter Text" panose="02000609000000000000" pitchFamily="50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29080826-AD24-AD5D-7876-CD8F7FEFEF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32" t="6985" r="17293" b="13779"/>
          <a:stretch/>
        </p:blipFill>
        <p:spPr bwMode="auto">
          <a:xfrm>
            <a:off x="88308" y="370840"/>
            <a:ext cx="3299791" cy="2113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4CAD3FAD-F34C-4A36-C408-FAECB4DD69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27496" y="767063"/>
            <a:ext cx="2852996" cy="2261937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13D44CFC-F63D-9CD6-E5E1-411CA13A1CD7}"/>
              </a:ext>
            </a:extLst>
          </p:cNvPr>
          <p:cNvGrpSpPr/>
          <p:nvPr/>
        </p:nvGrpSpPr>
        <p:grpSpPr>
          <a:xfrm>
            <a:off x="3453412" y="265328"/>
            <a:ext cx="2614810" cy="2341971"/>
            <a:chOff x="3456898" y="159815"/>
            <a:chExt cx="2614810" cy="2341971"/>
          </a:xfrm>
        </p:grpSpPr>
        <p:sp>
          <p:nvSpPr>
            <p:cNvPr id="4" name="Rectangle: Rounded Corners 1">
              <a:extLst>
                <a:ext uri="{FF2B5EF4-FFF2-40B4-BE49-F238E27FC236}">
                  <a16:creationId xmlns:a16="http://schemas.microsoft.com/office/drawing/2014/main" id="{5A5E0B72-5598-180E-F4D4-9846D8C88E03}"/>
                </a:ext>
              </a:extLst>
            </p:cNvPr>
            <p:cNvSpPr/>
            <p:nvPr/>
          </p:nvSpPr>
          <p:spPr>
            <a:xfrm>
              <a:off x="3464153" y="159815"/>
              <a:ext cx="2470986" cy="413949"/>
            </a:xfrm>
            <a:prstGeom prst="roundRect">
              <a:avLst/>
            </a:prstGeom>
            <a:solidFill>
              <a:srgbClr val="3671A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latin typeface="Times New Roman" panose="02020603050405020304" pitchFamily="18" charset="0"/>
                  <a:ea typeface="CMU Typewriter Text" panose="02000609000000000000" pitchFamily="50" charset="0"/>
                  <a:cs typeface="Times New Roman" panose="02020603050405020304" pitchFamily="18" charset="0"/>
                </a:rPr>
                <a:t>Python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E64347B-1F5D-87AE-1DE0-227DE8105DFE}"/>
                </a:ext>
              </a:extLst>
            </p:cNvPr>
            <p:cNvSpPr/>
            <p:nvPr/>
          </p:nvSpPr>
          <p:spPr>
            <a:xfrm>
              <a:off x="3464155" y="835710"/>
              <a:ext cx="2468993" cy="12677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 algn="ctr">
                <a:buFont typeface="Wingdings" panose="05000000000000000000" pitchFamily="2" charset="2"/>
                <a:buChar char="§"/>
              </a:pPr>
              <a:endPara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Rectangle: Rounded Corners 1">
              <a:extLst>
                <a:ext uri="{FF2B5EF4-FFF2-40B4-BE49-F238E27FC236}">
                  <a16:creationId xmlns:a16="http://schemas.microsoft.com/office/drawing/2014/main" id="{393D4E3F-03EB-5CAB-33E1-3086F5021412}"/>
                </a:ext>
              </a:extLst>
            </p:cNvPr>
            <p:cNvSpPr/>
            <p:nvPr/>
          </p:nvSpPr>
          <p:spPr>
            <a:xfrm>
              <a:off x="3464152" y="722947"/>
              <a:ext cx="2468995" cy="392962"/>
            </a:xfrm>
            <a:prstGeom prst="roundRect">
              <a:avLst>
                <a:gd name="adj" fmla="val 0"/>
              </a:avLst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latin typeface="Times New Roman" panose="02020603050405020304" pitchFamily="18" charset="0"/>
                  <a:ea typeface="CMU Typewriter Text" panose="02000609000000000000" pitchFamily="50" charset="0"/>
                  <a:cs typeface="Times New Roman" panose="02020603050405020304" pitchFamily="18" charset="0"/>
                </a:rPr>
                <a:t>MelisoPy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F49273A-2EA8-BB21-8E6D-14BA2B0B3FAC}"/>
                </a:ext>
              </a:extLst>
            </p:cNvPr>
            <p:cNvSpPr txBox="1"/>
            <p:nvPr/>
          </p:nvSpPr>
          <p:spPr>
            <a:xfrm>
              <a:off x="3456898" y="1178347"/>
              <a:ext cx="261481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Wingdings" pitchFamily="2" charset="2"/>
                <a:buChar char="§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Specify Device Type</a:t>
              </a:r>
            </a:p>
            <a:p>
              <a:pPr marL="285750" indent="-285750">
                <a:buFont typeface="Wingdings" pitchFamily="2" charset="2"/>
                <a:buChar char="§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Fix Crossbar Dimensions</a:t>
              </a:r>
            </a:p>
            <a:p>
              <a:pPr marL="285750" indent="-285750">
                <a:buFont typeface="Wingdings" pitchFamily="2" charset="2"/>
                <a:buChar char="§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Encode Tolerances</a:t>
              </a:r>
            </a:p>
            <a:p>
              <a:pPr marL="285750" indent="-285750">
                <a:buFont typeface="Wingdings" pitchFamily="2" charset="2"/>
                <a:buChar char="§"/>
              </a:pPr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285750" indent="-285750">
                <a:buFont typeface="Wingdings" pitchFamily="2" charset="2"/>
                <a:buChar char="§"/>
              </a:pPr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4" name="Rectangle: Rounded Corners 4">
            <a:extLst>
              <a:ext uri="{FF2B5EF4-FFF2-40B4-BE49-F238E27FC236}">
                <a16:creationId xmlns:a16="http://schemas.microsoft.com/office/drawing/2014/main" id="{CF6F858E-BBA0-1AE6-4721-19761AD97661}"/>
              </a:ext>
            </a:extLst>
          </p:cNvPr>
          <p:cNvSpPr/>
          <p:nvPr/>
        </p:nvSpPr>
        <p:spPr>
          <a:xfrm>
            <a:off x="6255776" y="265327"/>
            <a:ext cx="7588403" cy="413952"/>
          </a:xfrm>
          <a:prstGeom prst="roundRect">
            <a:avLst/>
          </a:prstGeom>
          <a:solidFill>
            <a:srgbClr val="3671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rPr>
              <a:t>C++</a:t>
            </a:r>
          </a:p>
        </p:txBody>
      </p:sp>
      <p:sp>
        <p:nvSpPr>
          <p:cNvPr id="16" name="Rectangle: Rounded Corners 1">
            <a:extLst>
              <a:ext uri="{FF2B5EF4-FFF2-40B4-BE49-F238E27FC236}">
                <a16:creationId xmlns:a16="http://schemas.microsoft.com/office/drawing/2014/main" id="{2805EF2D-2782-D094-276B-BD6FC0A2EF6A}"/>
              </a:ext>
            </a:extLst>
          </p:cNvPr>
          <p:cNvSpPr/>
          <p:nvPr/>
        </p:nvSpPr>
        <p:spPr>
          <a:xfrm>
            <a:off x="6254030" y="835707"/>
            <a:ext cx="3655081" cy="382097"/>
          </a:xfrm>
          <a:prstGeom prst="roundRect">
            <a:avLst>
              <a:gd name="adj" fmla="val 0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rPr>
              <a:t>Cython (Python Wrapper)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37F0DB-291C-88B9-81C9-845E80FA783D}"/>
              </a:ext>
            </a:extLst>
          </p:cNvPr>
          <p:cNvSpPr txBox="1"/>
          <p:nvPr/>
        </p:nvSpPr>
        <p:spPr>
          <a:xfrm>
            <a:off x="6409007" y="1288942"/>
            <a:ext cx="36550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Encode Matrices and Vectors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Turn On/Off Scaling &amp; Hardware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Initialize Matrix as Weights</a:t>
            </a:r>
          </a:p>
          <a:p>
            <a:pPr marL="285750" indent="-285750">
              <a:buFont typeface="Wingdings" pitchFamily="2" charset="2"/>
              <a:buChar char="§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DA49BB5-11A0-BE89-B568-384A50B29FA3}"/>
              </a:ext>
            </a:extLst>
          </p:cNvPr>
          <p:cNvGrpSpPr/>
          <p:nvPr/>
        </p:nvGrpSpPr>
        <p:grpSpPr>
          <a:xfrm>
            <a:off x="10196069" y="835707"/>
            <a:ext cx="3807255" cy="1373296"/>
            <a:chOff x="9996652" y="835707"/>
            <a:chExt cx="3807255" cy="137329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F21151B-2E9C-4492-3F5C-60FA8DCD7BDB}"/>
                </a:ext>
              </a:extLst>
            </p:cNvPr>
            <p:cNvSpPr/>
            <p:nvPr/>
          </p:nvSpPr>
          <p:spPr>
            <a:xfrm>
              <a:off x="9996652" y="849060"/>
              <a:ext cx="3648110" cy="13599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 algn="ctr">
                <a:buFont typeface="Wingdings" panose="05000000000000000000" pitchFamily="2" charset="2"/>
                <a:buChar char="§"/>
              </a:pPr>
              <a:endPara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Rectangle: Rounded Corners 1">
              <a:extLst>
                <a:ext uri="{FF2B5EF4-FFF2-40B4-BE49-F238E27FC236}">
                  <a16:creationId xmlns:a16="http://schemas.microsoft.com/office/drawing/2014/main" id="{D62739C8-0578-100D-CB4B-E869524105C4}"/>
                </a:ext>
              </a:extLst>
            </p:cNvPr>
            <p:cNvSpPr/>
            <p:nvPr/>
          </p:nvSpPr>
          <p:spPr>
            <a:xfrm>
              <a:off x="9996655" y="835707"/>
              <a:ext cx="3648107" cy="385715"/>
            </a:xfrm>
            <a:prstGeom prst="roundRect">
              <a:avLst>
                <a:gd name="adj" fmla="val 0"/>
              </a:avLst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latin typeface="Times New Roman" panose="02020603050405020304" pitchFamily="18" charset="0"/>
                  <a:ea typeface="CMU Typewriter Text" panose="02000609000000000000" pitchFamily="50" charset="0"/>
                  <a:cs typeface="Times New Roman" panose="02020603050405020304" pitchFamily="18" charset="0"/>
                </a:rPr>
                <a:t>MLP+ NeuroSim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D60ED13-331E-F557-F128-E5C7469A6905}"/>
                </a:ext>
              </a:extLst>
            </p:cNvPr>
            <p:cNvSpPr txBox="1"/>
            <p:nvPr/>
          </p:nvSpPr>
          <p:spPr>
            <a:xfrm>
              <a:off x="10148826" y="1281040"/>
              <a:ext cx="365508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Wingdings" pitchFamily="2" charset="2"/>
                <a:buChar char="§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Preprocess Device Parameter</a:t>
              </a:r>
            </a:p>
            <a:p>
              <a:pPr marL="285750" indent="-285750">
                <a:buFont typeface="Wingdings" pitchFamily="2" charset="2"/>
                <a:buChar char="§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Encode Parameters</a:t>
              </a:r>
            </a:p>
            <a:p>
              <a:pPr marL="285750" indent="-285750">
                <a:buFont typeface="Wingdings" pitchFamily="2" charset="2"/>
                <a:buChar char="§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Map Parameters to Hardware</a:t>
              </a:r>
            </a:p>
          </p:txBody>
        </p:sp>
      </p:grpSp>
      <p:sp>
        <p:nvSpPr>
          <p:cNvPr id="22" name="Rectangle: Rounded Corners 23">
            <a:extLst>
              <a:ext uri="{FF2B5EF4-FFF2-40B4-BE49-F238E27FC236}">
                <a16:creationId xmlns:a16="http://schemas.microsoft.com/office/drawing/2014/main" id="{EA3193F0-61E0-BD22-75EF-D8D9D72A4EA3}"/>
              </a:ext>
            </a:extLst>
          </p:cNvPr>
          <p:cNvSpPr/>
          <p:nvPr/>
        </p:nvSpPr>
        <p:spPr>
          <a:xfrm>
            <a:off x="14397578" y="265327"/>
            <a:ext cx="2489448" cy="413952"/>
          </a:xfrm>
          <a:prstGeom prst="roundRect">
            <a:avLst/>
          </a:prstGeom>
          <a:solidFill>
            <a:srgbClr val="3671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rPr>
              <a:t>Simulation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02B3672-9241-BF84-58A1-6930B3DC24DA}"/>
              </a:ext>
            </a:extLst>
          </p:cNvPr>
          <p:cNvCxnSpPr>
            <a:cxnSpLocks/>
          </p:cNvCxnSpPr>
          <p:nvPr/>
        </p:nvCxnSpPr>
        <p:spPr>
          <a:xfrm flipV="1">
            <a:off x="3788527" y="2543620"/>
            <a:ext cx="10073053" cy="16502"/>
          </a:xfrm>
          <a:prstGeom prst="straightConnector1">
            <a:avLst/>
          </a:prstGeom>
          <a:ln w="762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2364AAF7-F519-5490-65DA-8E6DB9C1709E}"/>
              </a:ext>
            </a:extLst>
          </p:cNvPr>
          <p:cNvSpPr/>
          <p:nvPr/>
        </p:nvSpPr>
        <p:spPr>
          <a:xfrm>
            <a:off x="6254034" y="3231983"/>
            <a:ext cx="3655080" cy="10028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§"/>
            </a:pP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ea typeface="CMU Typewriter Text" panose="02000609000000000000" pitchFamily="50" charset="0"/>
              <a:cs typeface="Times New Roman" panose="02020603050405020304" pitchFamily="18" charset="0"/>
            </a:endParaRPr>
          </a:p>
        </p:txBody>
      </p:sp>
      <p:sp>
        <p:nvSpPr>
          <p:cNvPr id="28" name="Rectangle: Rounded Corners 1">
            <a:extLst>
              <a:ext uri="{FF2B5EF4-FFF2-40B4-BE49-F238E27FC236}">
                <a16:creationId xmlns:a16="http://schemas.microsoft.com/office/drawing/2014/main" id="{FC0E3634-D7D7-FF83-336A-20C84D7C6A81}"/>
              </a:ext>
            </a:extLst>
          </p:cNvPr>
          <p:cNvSpPr/>
          <p:nvPr/>
        </p:nvSpPr>
        <p:spPr>
          <a:xfrm>
            <a:off x="6254030" y="3197188"/>
            <a:ext cx="3655081" cy="382097"/>
          </a:xfrm>
          <a:prstGeom prst="roundRect">
            <a:avLst>
              <a:gd name="adj" fmla="val 0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rPr>
              <a:t>Cython (Python Wrapper)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19A9400-7888-90F1-71E9-56C2C6455495}"/>
              </a:ext>
            </a:extLst>
          </p:cNvPr>
          <p:cNvSpPr txBox="1"/>
          <p:nvPr/>
        </p:nvSpPr>
        <p:spPr>
          <a:xfrm>
            <a:off x="6378349" y="3606089"/>
            <a:ext cx="36550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 Output Product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Scale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NeuroSim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Output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69B95B5-5323-8A5F-2276-041A370B5ADB}"/>
              </a:ext>
            </a:extLst>
          </p:cNvPr>
          <p:cNvSpPr/>
          <p:nvPr/>
        </p:nvSpPr>
        <p:spPr>
          <a:xfrm>
            <a:off x="10189102" y="3231983"/>
            <a:ext cx="3655080" cy="10008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§"/>
            </a:pP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ea typeface="CMU Typewriter Text" panose="02000609000000000000" pitchFamily="50" charset="0"/>
              <a:cs typeface="Times New Roman" panose="02020603050405020304" pitchFamily="18" charset="0"/>
            </a:endParaRPr>
          </a:p>
        </p:txBody>
      </p:sp>
      <p:sp>
        <p:nvSpPr>
          <p:cNvPr id="34" name="Rectangle: Rounded Corners 1">
            <a:extLst>
              <a:ext uri="{FF2B5EF4-FFF2-40B4-BE49-F238E27FC236}">
                <a16:creationId xmlns:a16="http://schemas.microsoft.com/office/drawing/2014/main" id="{8090AAE7-A6DE-018A-0864-4890702601C0}"/>
              </a:ext>
            </a:extLst>
          </p:cNvPr>
          <p:cNvSpPr/>
          <p:nvPr/>
        </p:nvSpPr>
        <p:spPr>
          <a:xfrm>
            <a:off x="10189098" y="3197188"/>
            <a:ext cx="3655081" cy="382097"/>
          </a:xfrm>
          <a:prstGeom prst="roundRect">
            <a:avLst>
              <a:gd name="adj" fmla="val 0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rPr>
              <a:t>MLP+ NeuroSim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DC08E27-BBB0-1967-CE12-0CBA6FD6F165}"/>
              </a:ext>
            </a:extLst>
          </p:cNvPr>
          <p:cNvSpPr txBox="1"/>
          <p:nvPr/>
        </p:nvSpPr>
        <p:spPr>
          <a:xfrm>
            <a:off x="10206499" y="3606435"/>
            <a:ext cx="36550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 Output Product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Performance Information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D97116A-FCB7-9FAF-494A-6AC06C53F2D4}"/>
              </a:ext>
            </a:extLst>
          </p:cNvPr>
          <p:cNvCxnSpPr>
            <a:cxnSpLocks/>
          </p:cNvCxnSpPr>
          <p:nvPr/>
        </p:nvCxnSpPr>
        <p:spPr>
          <a:xfrm flipH="1">
            <a:off x="3634740" y="4675687"/>
            <a:ext cx="10209439" cy="0"/>
          </a:xfrm>
          <a:prstGeom prst="straightConnector1">
            <a:avLst/>
          </a:prstGeom>
          <a:ln w="7620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4C18B63-E450-924D-28D2-855A9034CA9A}"/>
              </a:ext>
            </a:extLst>
          </p:cNvPr>
          <p:cNvSpPr txBox="1"/>
          <p:nvPr/>
        </p:nvSpPr>
        <p:spPr>
          <a:xfrm>
            <a:off x="8205890" y="4416832"/>
            <a:ext cx="1847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1B18ED44-FFDB-E886-EF26-8FDC29BEC4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2387" y="2632939"/>
            <a:ext cx="1778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Rectangle: Rounded Corners 1">
            <a:extLst>
              <a:ext uri="{FF2B5EF4-FFF2-40B4-BE49-F238E27FC236}">
                <a16:creationId xmlns:a16="http://schemas.microsoft.com/office/drawing/2014/main" id="{F596CADF-6179-C58F-7443-0078C1C36128}"/>
              </a:ext>
            </a:extLst>
          </p:cNvPr>
          <p:cNvSpPr/>
          <p:nvPr/>
        </p:nvSpPr>
        <p:spPr>
          <a:xfrm>
            <a:off x="7852773" y="2357311"/>
            <a:ext cx="2139639" cy="372619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Forward Pass</a:t>
            </a:r>
          </a:p>
        </p:txBody>
      </p:sp>
      <p:sp>
        <p:nvSpPr>
          <p:cNvPr id="43" name="Rectangle: Rounded Corners 1">
            <a:extLst>
              <a:ext uri="{FF2B5EF4-FFF2-40B4-BE49-F238E27FC236}">
                <a16:creationId xmlns:a16="http://schemas.microsoft.com/office/drawing/2014/main" id="{27A4787B-9FC4-C426-F8CA-C05B766345E5}"/>
              </a:ext>
            </a:extLst>
          </p:cNvPr>
          <p:cNvSpPr/>
          <p:nvPr/>
        </p:nvSpPr>
        <p:spPr>
          <a:xfrm>
            <a:off x="7999348" y="4485036"/>
            <a:ext cx="2139639" cy="37261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Backward Pass</a:t>
            </a:r>
          </a:p>
        </p:txBody>
      </p:sp>
      <p:pic>
        <p:nvPicPr>
          <p:cNvPr id="44" name="Picture 10" descr="Memristors – Kemp Nano Electronics Group">
            <a:extLst>
              <a:ext uri="{FF2B5EF4-FFF2-40B4-BE49-F238E27FC236}">
                <a16:creationId xmlns:a16="http://schemas.microsoft.com/office/drawing/2014/main" id="{16799127-1A70-EE7C-5349-CD0E3DF67B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0060" y="7243889"/>
            <a:ext cx="2611658" cy="144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0A28383-9CF7-4703-AA5E-35935BC01790}"/>
              </a:ext>
            </a:extLst>
          </p:cNvPr>
          <p:cNvSpPr/>
          <p:nvPr/>
        </p:nvSpPr>
        <p:spPr>
          <a:xfrm>
            <a:off x="3460666" y="3225312"/>
            <a:ext cx="2468995" cy="10095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§"/>
            </a:pP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ea typeface="CMU Typewriter Text" panose="02000609000000000000" pitchFamily="50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712C35FD-465A-2DB3-82B8-FE7D28A5D4E4}"/>
              </a:ext>
            </a:extLst>
          </p:cNvPr>
          <p:cNvSpPr/>
          <p:nvPr/>
        </p:nvSpPr>
        <p:spPr>
          <a:xfrm>
            <a:off x="3460666" y="3190517"/>
            <a:ext cx="2468993" cy="382097"/>
          </a:xfrm>
          <a:prstGeom prst="roundRect">
            <a:avLst>
              <a:gd name="adj" fmla="val 0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rPr>
              <a:t>MelisoPy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E23A34-2B85-FF7B-C31E-A0DE986DDE3A}"/>
              </a:ext>
            </a:extLst>
          </p:cNvPr>
          <p:cNvSpPr txBox="1"/>
          <p:nvPr/>
        </p:nvSpPr>
        <p:spPr>
          <a:xfrm>
            <a:off x="3488012" y="3605135"/>
            <a:ext cx="24689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Get Final Results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 Statistics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D906804-A07B-0BE1-A35F-3892846FD2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03760" y="6849273"/>
            <a:ext cx="3990328" cy="14708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068D90-6E89-69C8-0AE8-B8073007AE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30921" y="3260482"/>
            <a:ext cx="3137879" cy="119090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B5012E2-4251-4709-F55A-0C1CF28C7740}"/>
              </a:ext>
            </a:extLst>
          </p:cNvPr>
          <p:cNvSpPr txBox="1"/>
          <p:nvPr/>
        </p:nvSpPr>
        <p:spPr>
          <a:xfrm>
            <a:off x="14694088" y="4212429"/>
            <a:ext cx="2461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Conductance Levels (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r>
              <a:rPr lang="en-US" sz="20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ij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A803B9-CB53-8C2D-F912-BA26A5600FA5}"/>
              </a:ext>
            </a:extLst>
          </p:cNvPr>
          <p:cNvSpPr txBox="1"/>
          <p:nvPr/>
        </p:nvSpPr>
        <p:spPr>
          <a:xfrm>
            <a:off x="14425575" y="2944671"/>
            <a:ext cx="2461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RRAM Crossbar Array</a:t>
            </a:r>
          </a:p>
        </p:txBody>
      </p:sp>
      <p:pic>
        <p:nvPicPr>
          <p:cNvPr id="32" name="Picture 31" descr="A graph of error and error&#10;&#10;Description automatically generated">
            <a:extLst>
              <a:ext uri="{FF2B5EF4-FFF2-40B4-BE49-F238E27FC236}">
                <a16:creationId xmlns:a16="http://schemas.microsoft.com/office/drawing/2014/main" id="{6689F164-D4BA-13E4-2C33-9DE47CD3AF9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2"/>
          <a:stretch/>
        </p:blipFill>
        <p:spPr>
          <a:xfrm>
            <a:off x="13113" y="2910928"/>
            <a:ext cx="2425125" cy="197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769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156</TotalTime>
  <Words>83</Words>
  <Application>Microsoft Macintosh PowerPoint</Application>
  <PresentationFormat>Custom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Wingdings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Quang-Nguyen Vo-Huynh</dc:creator>
  <cp:lastModifiedBy>Gozde Tutuncuoglu</cp:lastModifiedBy>
  <cp:revision>44</cp:revision>
  <dcterms:created xsi:type="dcterms:W3CDTF">2024-05-02T22:51:16Z</dcterms:created>
  <dcterms:modified xsi:type="dcterms:W3CDTF">2024-05-04T02:35:00Z</dcterms:modified>
</cp:coreProperties>
</file>