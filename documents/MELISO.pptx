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4"/>
  </p:notesMasterIdLst>
  <p:sldIdLst>
    <p:sldId id="256" r:id="rId12"/>
    <p:sldId id="257" r:id="rId13"/>
  </p:sldIdLst>
  <p:sldSz cx="43891200" cy="329184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C8E4"/>
    <a:srgbClr val="FED7D3"/>
    <a:srgbClr val="F6A69C"/>
    <a:srgbClr val="B2E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CA8BD-403C-4238-BB67-AC41664D2B17}" v="529" dt="2024-05-18T02:32:27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6" y="-3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ng-Nguyen Vo-Huynh" userId="6a1b2bcfbbb34c0c" providerId="LiveId" clId="{A31CA8BD-403C-4238-BB67-AC41664D2B17}"/>
    <pc:docChg chg="undo redo custSel addSld modSld">
      <pc:chgData name="Quang-Nguyen Vo-Huynh" userId="6a1b2bcfbbb34c0c" providerId="LiveId" clId="{A31CA8BD-403C-4238-BB67-AC41664D2B17}" dt="2024-05-18T02:32:27.433" v="1122" actId="164"/>
      <pc:docMkLst>
        <pc:docMk/>
      </pc:docMkLst>
      <pc:sldChg chg="addSp delSp modSp mod">
        <pc:chgData name="Quang-Nguyen Vo-Huynh" userId="6a1b2bcfbbb34c0c" providerId="LiveId" clId="{A31CA8BD-403C-4238-BB67-AC41664D2B17}" dt="2024-05-18T02:32:27.433" v="1122" actId="164"/>
        <pc:sldMkLst>
          <pc:docMk/>
          <pc:sldMk cId="0" sldId="256"/>
        </pc:sldMkLst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2" creationId="{5869351E-43EF-F548-658F-B6EAC99A4521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3" creationId="{A3F5A956-8F1A-B7A6-37BD-C280A0D35A9D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4" creationId="{EEC15D7E-0263-5D8C-C559-B900F0C95728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5" creationId="{509A2953-A5A4-75A8-6928-103A99EF8B28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6" creationId="{08DBF791-DCC4-5D9B-0343-85A6BEADBDC3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7" creationId="{71321BED-3DE6-5FE1-91A2-5FE9C1FD7E84}"/>
          </ac:spMkLst>
        </pc:spChg>
        <pc:spChg chg="add mod">
          <ac:chgData name="Quang-Nguyen Vo-Huynh" userId="6a1b2bcfbbb34c0c" providerId="LiveId" clId="{A31CA8BD-403C-4238-BB67-AC41664D2B17}" dt="2024-05-18T01:25:29.268" v="420" actId="1076"/>
          <ac:spMkLst>
            <pc:docMk/>
            <pc:sldMk cId="0" sldId="256"/>
            <ac:spMk id="8" creationId="{454D5E80-131D-92C0-6C0A-69C2228E850B}"/>
          </ac:spMkLst>
        </pc:spChg>
        <pc:spChg chg="add mod">
          <ac:chgData name="Quang-Nguyen Vo-Huynh" userId="6a1b2bcfbbb34c0c" providerId="LiveId" clId="{A31CA8BD-403C-4238-BB67-AC41664D2B17}" dt="2024-05-18T01:25:39.252" v="421" actId="1076"/>
          <ac:spMkLst>
            <pc:docMk/>
            <pc:sldMk cId="0" sldId="256"/>
            <ac:spMk id="9" creationId="{10626D79-E126-B922-ADBC-07540655EF51}"/>
          </ac:spMkLst>
        </pc:spChg>
        <pc:spChg chg="add mod">
          <ac:chgData name="Quang-Nguyen Vo-Huynh" userId="6a1b2bcfbbb34c0c" providerId="LiveId" clId="{A31CA8BD-403C-4238-BB67-AC41664D2B17}" dt="2024-05-18T00:52:44.503" v="89"/>
          <ac:spMkLst>
            <pc:docMk/>
            <pc:sldMk cId="0" sldId="256"/>
            <ac:spMk id="10" creationId="{361E7CFA-DBB6-4E10-830F-8A163756D66A}"/>
          </ac:spMkLst>
        </pc:spChg>
        <pc:spChg chg="add mod">
          <ac:chgData name="Quang-Nguyen Vo-Huynh" userId="6a1b2bcfbbb34c0c" providerId="LiveId" clId="{A31CA8BD-403C-4238-BB67-AC41664D2B17}" dt="2024-05-18T01:23:18.497" v="370" actId="1076"/>
          <ac:spMkLst>
            <pc:docMk/>
            <pc:sldMk cId="0" sldId="256"/>
            <ac:spMk id="11" creationId="{481430DD-D853-317E-28E3-EC480CE282B8}"/>
          </ac:spMkLst>
        </pc:spChg>
        <pc:spChg chg="add del mod">
          <ac:chgData name="Quang-Nguyen Vo-Huynh" userId="6a1b2bcfbbb34c0c" providerId="LiveId" clId="{A31CA8BD-403C-4238-BB67-AC41664D2B17}" dt="2024-05-18T00:53:35.417" v="101" actId="478"/>
          <ac:spMkLst>
            <pc:docMk/>
            <pc:sldMk cId="0" sldId="256"/>
            <ac:spMk id="12" creationId="{52B2756B-708A-9987-9C48-BD7FCBECB27F}"/>
          </ac:spMkLst>
        </pc:spChg>
        <pc:spChg chg="add mod">
          <ac:chgData name="Quang-Nguyen Vo-Huynh" userId="6a1b2bcfbbb34c0c" providerId="LiveId" clId="{A31CA8BD-403C-4238-BB67-AC41664D2B17}" dt="2024-05-18T01:23:13.358" v="369" actId="1076"/>
          <ac:spMkLst>
            <pc:docMk/>
            <pc:sldMk cId="0" sldId="256"/>
            <ac:spMk id="13" creationId="{6A23C458-3553-D93E-DE33-FDA1B725AB73}"/>
          </ac:spMkLst>
        </pc:spChg>
        <pc:spChg chg="add mod">
          <ac:chgData name="Quang-Nguyen Vo-Huynh" userId="6a1b2bcfbbb34c0c" providerId="LiveId" clId="{A31CA8BD-403C-4238-BB67-AC41664D2B17}" dt="2024-05-18T01:23:00.972" v="368" actId="1076"/>
          <ac:spMkLst>
            <pc:docMk/>
            <pc:sldMk cId="0" sldId="256"/>
            <ac:spMk id="14" creationId="{EA220885-47D4-D060-3EFB-659874521C6D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15" creationId="{94FEA1D3-8BA2-EA31-58FD-A75504DF9FF9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16" creationId="{0659F52B-7955-0731-01AD-845F8DFD4645}"/>
          </ac:spMkLst>
        </pc:spChg>
        <pc:spChg chg="add mod">
          <ac:chgData name="Quang-Nguyen Vo-Huynh" userId="6a1b2bcfbbb34c0c" providerId="LiveId" clId="{A31CA8BD-403C-4238-BB67-AC41664D2B17}" dt="2024-05-18T01:32:11.150" v="459" actId="208"/>
          <ac:spMkLst>
            <pc:docMk/>
            <pc:sldMk cId="0" sldId="256"/>
            <ac:spMk id="17" creationId="{C1CD68C1-9529-91C2-DECB-2F04CB769329}"/>
          </ac:spMkLst>
        </pc:spChg>
        <pc:spChg chg="add mod">
          <ac:chgData name="Quang-Nguyen Vo-Huynh" userId="6a1b2bcfbbb34c0c" providerId="LiveId" clId="{A31CA8BD-403C-4238-BB67-AC41664D2B17}" dt="2024-05-18T01:20:28.257" v="347" actId="1076"/>
          <ac:spMkLst>
            <pc:docMk/>
            <pc:sldMk cId="0" sldId="256"/>
            <ac:spMk id="18" creationId="{C5991D8C-E652-00AD-FB45-9B0F5F5F6A3E}"/>
          </ac:spMkLst>
        </pc:spChg>
        <pc:spChg chg="add mod">
          <ac:chgData name="Quang-Nguyen Vo-Huynh" userId="6a1b2bcfbbb34c0c" providerId="LiveId" clId="{A31CA8BD-403C-4238-BB67-AC41664D2B17}" dt="2024-05-18T02:11:01.036" v="1032" actId="2711"/>
          <ac:spMkLst>
            <pc:docMk/>
            <pc:sldMk cId="0" sldId="256"/>
            <ac:spMk id="20" creationId="{A7DF70D0-ED70-ECD9-AEB9-C4F23376EE31}"/>
          </ac:spMkLst>
        </pc:spChg>
        <pc:spChg chg="add mod">
          <ac:chgData name="Quang-Nguyen Vo-Huynh" userId="6a1b2bcfbbb34c0c" providerId="LiveId" clId="{A31CA8BD-403C-4238-BB67-AC41664D2B17}" dt="2024-05-18T02:11:01.036" v="1032" actId="2711"/>
          <ac:spMkLst>
            <pc:docMk/>
            <pc:sldMk cId="0" sldId="256"/>
            <ac:spMk id="21" creationId="{98DE6BF2-535D-B04A-02FD-6BEEB2FF93CF}"/>
          </ac:spMkLst>
        </pc:spChg>
        <pc:spChg chg="add mod">
          <ac:chgData name="Quang-Nguyen Vo-Huynh" userId="6a1b2bcfbbb34c0c" providerId="LiveId" clId="{A31CA8BD-403C-4238-BB67-AC41664D2B17}" dt="2024-05-18T02:11:01.036" v="1032" actId="2711"/>
          <ac:spMkLst>
            <pc:docMk/>
            <pc:sldMk cId="0" sldId="256"/>
            <ac:spMk id="22" creationId="{2771CBF0-1E91-F3B2-E4A1-2B0A71E21E32}"/>
          </ac:spMkLst>
        </pc:spChg>
        <pc:spChg chg="add mod">
          <ac:chgData name="Quang-Nguyen Vo-Huynh" userId="6a1b2bcfbbb34c0c" providerId="LiveId" clId="{A31CA8BD-403C-4238-BB67-AC41664D2B17}" dt="2024-05-18T02:11:01.036" v="1032" actId="2711"/>
          <ac:spMkLst>
            <pc:docMk/>
            <pc:sldMk cId="0" sldId="256"/>
            <ac:spMk id="23" creationId="{EFD7FDD2-E589-D54D-D699-3AE981D0EAEC}"/>
          </ac:spMkLst>
        </pc:spChg>
        <pc:spChg chg="add mod">
          <ac:chgData name="Quang-Nguyen Vo-Huynh" userId="6a1b2bcfbbb34c0c" providerId="LiveId" clId="{A31CA8BD-403C-4238-BB67-AC41664D2B17}" dt="2024-05-18T02:11:01.036" v="1032" actId="2711"/>
          <ac:spMkLst>
            <pc:docMk/>
            <pc:sldMk cId="0" sldId="256"/>
            <ac:spMk id="24" creationId="{4C3AD83E-6CB6-F851-91CF-108A88555B13}"/>
          </ac:spMkLst>
        </pc:spChg>
        <pc:spChg chg="add mod">
          <ac:chgData name="Quang-Nguyen Vo-Huynh" userId="6a1b2bcfbbb34c0c" providerId="LiveId" clId="{A31CA8BD-403C-4238-BB67-AC41664D2B17}" dt="2024-05-18T02:11:01.036" v="1032" actId="2711"/>
          <ac:spMkLst>
            <pc:docMk/>
            <pc:sldMk cId="0" sldId="256"/>
            <ac:spMk id="25" creationId="{A2D38F9E-D76A-79CF-6589-89FCF615BABA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26" creationId="{AA9B0D75-2C30-7BA5-F8B9-7CA06DA27E76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27" creationId="{001B70D5-A605-9284-0317-F434E3EEFC05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28" creationId="{4F1D1728-7DCB-CF78-C0E8-33F35EE47F07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29" creationId="{BEBBE089-D021-5A0B-C32E-5DA1EFB75774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30" creationId="{3C299EB0-1BB4-F0DC-F93A-ADC1EC2D74CE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31" creationId="{642A93C3-1CB3-636F-3BD5-857CF4F1AF4C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32" creationId="{D6195A23-178C-A689-A6DA-0245090F6780}"/>
          </ac:spMkLst>
        </pc:spChg>
        <pc:spChg chg="add del">
          <ac:chgData name="Quang-Nguyen Vo-Huynh" userId="6a1b2bcfbbb34c0c" providerId="LiveId" clId="{A31CA8BD-403C-4238-BB67-AC41664D2B17}" dt="2024-05-18T01:08:39.983" v="317" actId="11529"/>
          <ac:spMkLst>
            <pc:docMk/>
            <pc:sldMk cId="0" sldId="256"/>
            <ac:spMk id="33" creationId="{7D8F7781-B9ED-6186-7503-2CD979B04673}"/>
          </ac:spMkLst>
        </pc:spChg>
        <pc:spChg chg="add del mod">
          <ac:chgData name="Quang-Nguyen Vo-Huynh" userId="6a1b2bcfbbb34c0c" providerId="LiveId" clId="{A31CA8BD-403C-4238-BB67-AC41664D2B17}" dt="2024-05-18T01:09:01.362" v="321" actId="478"/>
          <ac:spMkLst>
            <pc:docMk/>
            <pc:sldMk cId="0" sldId="256"/>
            <ac:spMk id="34" creationId="{2721CBF0-E3DE-064A-B204-5846D6232D9D}"/>
          </ac:spMkLst>
        </pc:spChg>
        <pc:spChg chg="add del">
          <ac:chgData name="Quang-Nguyen Vo-Huynh" userId="6a1b2bcfbbb34c0c" providerId="LiveId" clId="{A31CA8BD-403C-4238-BB67-AC41664D2B17}" dt="2024-05-18T01:18:02.656" v="328" actId="22"/>
          <ac:spMkLst>
            <pc:docMk/>
            <pc:sldMk cId="0" sldId="256"/>
            <ac:spMk id="37" creationId="{6E8B2FD4-1B8B-4900-9D1B-886AD84FE5A3}"/>
          </ac:spMkLst>
        </pc:spChg>
        <pc:spChg chg="add del">
          <ac:chgData name="Quang-Nguyen Vo-Huynh" userId="6a1b2bcfbbb34c0c" providerId="LiveId" clId="{A31CA8BD-403C-4238-BB67-AC41664D2B17}" dt="2024-05-18T01:18:29.928" v="330" actId="22"/>
          <ac:spMkLst>
            <pc:docMk/>
            <pc:sldMk cId="0" sldId="256"/>
            <ac:spMk id="39" creationId="{779E350B-DF2D-6180-8FBC-E88674277AA9}"/>
          </ac:spMkLst>
        </pc:spChg>
        <pc:spChg chg="add del">
          <ac:chgData name="Quang-Nguyen Vo-Huynh" userId="6a1b2bcfbbb34c0c" providerId="LiveId" clId="{A31CA8BD-403C-4238-BB67-AC41664D2B17}" dt="2024-05-18T01:19:54.557" v="341" actId="22"/>
          <ac:spMkLst>
            <pc:docMk/>
            <pc:sldMk cId="0" sldId="256"/>
            <ac:spMk id="42" creationId="{6B191B3B-651C-45DA-4652-21265EB9039A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45" creationId="{711D122C-1F8C-BB93-6310-A58CABA8C653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46" creationId="{D2AE5CEB-6E16-1416-5732-5AF2A8CE10A8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47" creationId="{D3A21999-33E5-30EC-F62F-A8334E738318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48" creationId="{1DA3BA21-B5F4-C4C3-9E15-87BAE23F0F70}"/>
          </ac:spMkLst>
        </pc:spChg>
        <pc:spChg chg="add mod">
          <ac:chgData name="Quang-Nguyen Vo-Huynh" userId="6a1b2bcfbbb34c0c" providerId="LiveId" clId="{A31CA8BD-403C-4238-BB67-AC41664D2B17}" dt="2024-05-18T01:24:49.703" v="414"/>
          <ac:spMkLst>
            <pc:docMk/>
            <pc:sldMk cId="0" sldId="256"/>
            <ac:spMk id="49" creationId="{D581C1E9-5AB2-1E92-66C4-538E9A3A2510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50" creationId="{8BA71B7C-4FA7-3955-4B8D-AB2B596E4E43}"/>
          </ac:spMkLst>
        </pc:spChg>
        <pc:spChg chg="add del mod">
          <ac:chgData name="Quang-Nguyen Vo-Huynh" userId="6a1b2bcfbbb34c0c" providerId="LiveId" clId="{A31CA8BD-403C-4238-BB67-AC41664D2B17}" dt="2024-05-18T01:30:41.511" v="434" actId="478"/>
          <ac:spMkLst>
            <pc:docMk/>
            <pc:sldMk cId="0" sldId="256"/>
            <ac:spMk id="58" creationId="{98C9E1CE-D0CD-8869-3D74-1CB44BE9A667}"/>
          </ac:spMkLst>
        </pc:spChg>
        <pc:spChg chg="add mod or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59" creationId="{8959FFA7-BA9C-795F-E5F9-16F0644D0CE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67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68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69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0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1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2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3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4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5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6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7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8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79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0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1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3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4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5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6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7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8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89" creationId="{00000000-0000-0000-0000-000000000000}"/>
          </ac:spMkLst>
        </pc:spChg>
        <pc:spChg chg="del">
          <ac:chgData name="Quang-Nguyen Vo-Huynh" userId="6a1b2bcfbbb34c0c" providerId="LiveId" clId="{A31CA8BD-403C-4238-BB67-AC41664D2B17}" dt="2024-05-18T00:40:36.875" v="0" actId="478"/>
          <ac:spMkLst>
            <pc:docMk/>
            <pc:sldMk cId="0" sldId="256"/>
            <ac:spMk id="90" creationId="{00000000-0000-0000-0000-000000000000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93" creationId="{DAB39ABB-7E05-BB4E-80CA-D546CD58F0FD}"/>
          </ac:spMkLst>
        </pc:spChg>
        <pc:spChg chg="add del mod">
          <ac:chgData name="Quang-Nguyen Vo-Huynh" userId="6a1b2bcfbbb34c0c" providerId="LiveId" clId="{A31CA8BD-403C-4238-BB67-AC41664D2B17}" dt="2024-05-18T02:00:27.575" v="882" actId="478"/>
          <ac:spMkLst>
            <pc:docMk/>
            <pc:sldMk cId="0" sldId="256"/>
            <ac:spMk id="94" creationId="{0CD05A00-B346-9065-9E28-A89615F64D08}"/>
          </ac:spMkLst>
        </pc:spChg>
        <pc:spChg chg="add del mod">
          <ac:chgData name="Quang-Nguyen Vo-Huynh" userId="6a1b2bcfbbb34c0c" providerId="LiveId" clId="{A31CA8BD-403C-4238-BB67-AC41664D2B17}" dt="2024-05-18T02:00:52.031" v="889" actId="478"/>
          <ac:spMkLst>
            <pc:docMk/>
            <pc:sldMk cId="0" sldId="256"/>
            <ac:spMk id="97" creationId="{3E6081DB-EF1D-3DE9-DD25-C08FB6A2D933}"/>
          </ac:spMkLst>
        </pc:spChg>
        <pc:spChg chg="add del mod">
          <ac:chgData name="Quang-Nguyen Vo-Huynh" userId="6a1b2bcfbbb34c0c" providerId="LiveId" clId="{A31CA8BD-403C-4238-BB67-AC41664D2B17}" dt="2024-05-18T02:00:38.495" v="886" actId="478"/>
          <ac:spMkLst>
            <pc:docMk/>
            <pc:sldMk cId="0" sldId="256"/>
            <ac:spMk id="98" creationId="{DB722BE1-D6AD-5BF3-AE05-0C9E3512926E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01" creationId="{3A8ABBE2-B85D-F4B9-30B0-DB7C81E89258}"/>
          </ac:spMkLst>
        </pc:spChg>
        <pc:spChg chg="add del mod">
          <ac:chgData name="Quang-Nguyen Vo-Huynh" userId="6a1b2bcfbbb34c0c" providerId="LiveId" clId="{A31CA8BD-403C-4238-BB67-AC41664D2B17}" dt="2024-05-18T02:01:11.891" v="895" actId="478"/>
          <ac:spMkLst>
            <pc:docMk/>
            <pc:sldMk cId="0" sldId="256"/>
            <ac:spMk id="115" creationId="{08839EE1-8BEA-108A-4E0C-6D0814AC84AA}"/>
          </ac:spMkLst>
        </pc:spChg>
        <pc:spChg chg="add del mod">
          <ac:chgData name="Quang-Nguyen Vo-Huynh" userId="6a1b2bcfbbb34c0c" providerId="LiveId" clId="{A31CA8BD-403C-4238-BB67-AC41664D2B17}" dt="2024-05-18T02:01:08.428" v="894" actId="478"/>
          <ac:spMkLst>
            <pc:docMk/>
            <pc:sldMk cId="0" sldId="256"/>
            <ac:spMk id="116" creationId="{08844308-3A5B-F280-D36A-DD219D01C6FE}"/>
          </ac:spMkLst>
        </pc:spChg>
        <pc:spChg chg="add del mod">
          <ac:chgData name="Quang-Nguyen Vo-Huynh" userId="6a1b2bcfbbb34c0c" providerId="LiveId" clId="{A31CA8BD-403C-4238-BB67-AC41664D2B17}" dt="2024-05-18T02:01:57.339" v="901" actId="478"/>
          <ac:spMkLst>
            <pc:docMk/>
            <pc:sldMk cId="0" sldId="256"/>
            <ac:spMk id="117" creationId="{E37291B8-6B4D-A270-1607-20E82EBB904B}"/>
          </ac:spMkLst>
        </pc:spChg>
        <pc:spChg chg="add del mod">
          <ac:chgData name="Quang-Nguyen Vo-Huynh" userId="6a1b2bcfbbb34c0c" providerId="LiveId" clId="{A31CA8BD-403C-4238-BB67-AC41664D2B17}" dt="2024-05-18T02:02:00.466" v="902" actId="478"/>
          <ac:spMkLst>
            <pc:docMk/>
            <pc:sldMk cId="0" sldId="256"/>
            <ac:spMk id="118" creationId="{55572132-6CB1-3E26-C9F2-34E878842524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25" creationId="{93A9B4E1-2C99-9E2B-A4FB-4C1C210242DB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27" creationId="{1DD5226D-3A0E-A018-AF35-3C5478F8D3CA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33" creationId="{635A6C91-98D3-EBA7-C18D-3A3D9A22B422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34" creationId="{3E885406-C339-71FB-EEE5-AD1DC57499C8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35" creationId="{97713F43-993D-1373-8350-92BD48BC55DF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41" creationId="{E2756E84-CD21-8C6A-9F25-60B0CF550AD3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42" creationId="{F07F9B64-47E0-6CE4-E4AB-27F88428C49E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43" creationId="{8C9CDBCC-2DD2-3D45-33D7-95C8C15B536B}"/>
          </ac:spMkLst>
        </pc:spChg>
        <pc:spChg chg="mod">
          <ac:chgData name="Quang-Nguyen Vo-Huynh" userId="6a1b2bcfbbb34c0c" providerId="LiveId" clId="{A31CA8BD-403C-4238-BB67-AC41664D2B17}" dt="2024-05-18T01:53:42.729" v="702"/>
          <ac:spMkLst>
            <pc:docMk/>
            <pc:sldMk cId="0" sldId="256"/>
            <ac:spMk id="1044" creationId="{0B8BDEF5-7976-F2C2-3417-202185FBCE2F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49" creationId="{41D0CCF7-4D78-E596-AD4C-964495BF095B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50" creationId="{AA5EDC10-2A8E-A955-7C8C-37ADCC0B55C6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53" creationId="{B526C671-9308-5E22-3A0D-6B46897B63D3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54" creationId="{97073C5A-6EAF-3D35-45F9-F3CCAC22BECE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55" creationId="{674B8C2E-911E-FB80-04F0-C79F0640550E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61" creationId="{01245E87-E3EA-2F99-EBC1-8A27AE4D4E7D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62" creationId="{40AEAD14-82C4-669A-B701-70C18951B496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63" creationId="{EC32CA9F-CE1C-A094-75FB-4DFDB8FCCBB2}"/>
          </ac:spMkLst>
        </pc:spChg>
        <pc:spChg chg="mod">
          <ac:chgData name="Quang-Nguyen Vo-Huynh" userId="6a1b2bcfbbb34c0c" providerId="LiveId" clId="{A31CA8BD-403C-4238-BB67-AC41664D2B17}" dt="2024-05-18T01:54:40.867" v="722" actId="1038"/>
          <ac:spMkLst>
            <pc:docMk/>
            <pc:sldMk cId="0" sldId="256"/>
            <ac:spMk id="1064" creationId="{0EDE1678-D9C5-B395-AA09-3ADF93B93306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70" creationId="{EDAC48D1-B273-EFB9-9EE0-67F88635C6EF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71" creationId="{0A3AEE0D-4320-A6FE-3F87-E626E9575989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74" creationId="{CC321D07-DD76-D341-C505-C04344F1B4E7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75" creationId="{AF7E30E6-D36E-4781-2EC4-DA51677A1DC1}"/>
          </ac:spMkLst>
        </pc:spChg>
        <pc:spChg chg="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076" creationId="{B810B3E8-A350-AE8E-69E9-FD54E5E8D625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82" creationId="{C39216CD-5C02-946C-1A8E-3395BE09E08A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83" creationId="{243FF49B-353F-A65A-B788-D76CE4AE9A51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84" creationId="{FB116A39-18EC-8657-A57F-CE384AE25075}"/>
          </ac:spMkLst>
        </pc:spChg>
        <pc:spChg chg="del mod">
          <ac:chgData name="Quang-Nguyen Vo-Huynh" userId="6a1b2bcfbbb34c0c" providerId="LiveId" clId="{A31CA8BD-403C-4238-BB67-AC41664D2B17}" dt="2024-05-18T02:02:39.817" v="908" actId="478"/>
          <ac:spMkLst>
            <pc:docMk/>
            <pc:sldMk cId="0" sldId="256"/>
            <ac:spMk id="1085" creationId="{3D71E05E-5122-1E25-C37B-EE5BDA49C721}"/>
          </ac:spMkLst>
        </pc:spChg>
        <pc:spChg chg="del mod">
          <ac:chgData name="Quang-Nguyen Vo-Huynh" userId="6a1b2bcfbbb34c0c" providerId="LiveId" clId="{A31CA8BD-403C-4238-BB67-AC41664D2B17}" dt="2024-05-18T02:04:33.267" v="931" actId="478"/>
          <ac:spMkLst>
            <pc:docMk/>
            <pc:sldMk cId="0" sldId="256"/>
            <ac:spMk id="1090" creationId="{94214B03-1D9B-9BBA-F6A2-9105759AEF08}"/>
          </ac:spMkLst>
        </pc:spChg>
        <pc:spChg chg="del mod">
          <ac:chgData name="Quang-Nguyen Vo-Huynh" userId="6a1b2bcfbbb34c0c" providerId="LiveId" clId="{A31CA8BD-403C-4238-BB67-AC41664D2B17}" dt="2024-05-18T02:04:42.843" v="933" actId="478"/>
          <ac:spMkLst>
            <pc:docMk/>
            <pc:sldMk cId="0" sldId="256"/>
            <ac:spMk id="1091" creationId="{90850809-0B28-55DD-FF5D-C1FC7B434966}"/>
          </ac:spMkLst>
        </pc:spChg>
        <pc:spChg chg="del mod">
          <ac:chgData name="Quang-Nguyen Vo-Huynh" userId="6a1b2bcfbbb34c0c" providerId="LiveId" clId="{A31CA8BD-403C-4238-BB67-AC41664D2B17}" dt="2024-05-18T02:04:40.303" v="932" actId="478"/>
          <ac:spMkLst>
            <pc:docMk/>
            <pc:sldMk cId="0" sldId="256"/>
            <ac:spMk id="1094" creationId="{10099890-2B89-0FB4-EEB3-DD14B0B3CEE6}"/>
          </ac:spMkLst>
        </pc:spChg>
        <pc:spChg chg="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095" creationId="{403626DB-8600-D799-A8C4-D8814CD986F9}"/>
          </ac:spMkLst>
        </pc:spChg>
        <pc:spChg chg="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096" creationId="{D8C89A1A-5EBB-C56F-F897-E12F7FD0F9FA}"/>
          </ac:spMkLst>
        </pc:spChg>
        <pc:spChg chg="add del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02" creationId="{542A8DC0-6F9D-C41E-EBCC-01CCCFBE6F59}"/>
          </ac:spMkLst>
        </pc:spChg>
        <pc:spChg chg="del mod">
          <ac:chgData name="Quang-Nguyen Vo-Huynh" userId="6a1b2bcfbbb34c0c" providerId="LiveId" clId="{A31CA8BD-403C-4238-BB67-AC41664D2B17}" dt="2024-05-18T02:04:48.402" v="934" actId="478"/>
          <ac:spMkLst>
            <pc:docMk/>
            <pc:sldMk cId="0" sldId="256"/>
            <ac:spMk id="1103" creationId="{F235ACDC-CA80-2588-DA8F-62FD708724BC}"/>
          </ac:spMkLst>
        </pc:spChg>
        <pc:spChg chg="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04" creationId="{4B3B13C5-8ED1-177B-BD77-B2F31F0C424B}"/>
          </ac:spMkLst>
        </pc:spChg>
        <pc:spChg chg="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05" creationId="{AD24F762-3648-433F-0E56-F4BFD9953777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07" creationId="{AB347BF4-F234-4F28-3ED5-F73F570FC90F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08" creationId="{6B2BA387-B61D-95B7-23BC-071B2CF8C2CB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09" creationId="{DBCED22F-C7CA-599A-BA4A-3C3A35663C13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1" creationId="{E9CCBA6F-4571-482B-D788-26395139CFD4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2" creationId="{DC876063-CB5C-2B39-A133-9AD5CC1B068B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3" creationId="{373B4BA6-96D4-B2C0-8013-B981B0B6A5F4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4" creationId="{87340396-62FA-2C51-1265-F2BBBC5A97A5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5" creationId="{47703137-070A-24A6-5C38-3D80E20541F4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6" creationId="{AE7FC917-9A9A-9F9D-59F7-30C8A909D701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7" creationId="{B598D029-E99E-2100-3AFF-0493DA24259F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18" creationId="{D1A2B3DF-2FBD-D569-E21D-8DA80D8E7579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0" creationId="{1AF39ECE-4632-4118-F6AB-5F61D617867D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1" creationId="{647C91C3-30AD-4534-63AC-16B6360F5677}"/>
          </ac:spMkLst>
        </pc:spChg>
        <pc:spChg chg="add mod">
          <ac:chgData name="Quang-Nguyen Vo-Huynh" userId="6a1b2bcfbbb34c0c" providerId="LiveId" clId="{A31CA8BD-403C-4238-BB67-AC41664D2B17}" dt="2024-05-18T02:09:16.537" v="1011" actId="1076"/>
          <ac:spMkLst>
            <pc:docMk/>
            <pc:sldMk cId="0" sldId="256"/>
            <ac:spMk id="1122" creationId="{710389D1-B5DA-845D-DA36-5E23A889F631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3" creationId="{0490F96E-256F-78F8-5040-BF53DF75D36F}"/>
          </ac:spMkLst>
        </pc:spChg>
        <pc:spChg chg="add mod">
          <ac:chgData name="Quang-Nguyen Vo-Huynh" userId="6a1b2bcfbbb34c0c" providerId="LiveId" clId="{A31CA8BD-403C-4238-BB67-AC41664D2B17}" dt="2024-05-18T02:09:30.227" v="1012" actId="1076"/>
          <ac:spMkLst>
            <pc:docMk/>
            <pc:sldMk cId="0" sldId="256"/>
            <ac:spMk id="1124" creationId="{EA151838-4612-2A76-2F66-626A24050371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5" creationId="{AA6D8701-59EB-11DD-76A7-1729471540F6}"/>
          </ac:spMkLst>
        </pc:spChg>
        <pc:spChg chg="add mod">
          <ac:chgData name="Quang-Nguyen Vo-Huynh" userId="6a1b2bcfbbb34c0c" providerId="LiveId" clId="{A31CA8BD-403C-4238-BB67-AC41664D2B17}" dt="2024-05-18T02:10:14.891" v="1022" actId="1037"/>
          <ac:spMkLst>
            <pc:docMk/>
            <pc:sldMk cId="0" sldId="256"/>
            <ac:spMk id="1126" creationId="{5B51D9A9-0000-19A1-6E25-678D0C7FA3F0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7" creationId="{250CC6A5-8840-08B9-16DE-45EB43D60D05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8" creationId="{FCAE3A77-44CA-E2AC-4309-862F9FCDA7A5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29" creationId="{A427A6AC-015D-850B-36EE-86DB7D0EA0B2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30" creationId="{85C0E9BA-F7FA-F5C3-A62E-81825A4666DD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31" creationId="{69F5AEAE-1776-6738-0BA7-5F1D1AC33571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32" creationId="{D38A5F87-D0E0-7EA6-08A8-8B40863671E4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33" creationId="{675DD786-9496-64FF-042D-83DFEEFC4FDF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34" creationId="{3290C267-547A-8A11-BB57-7A7BF7828274}"/>
          </ac:spMkLst>
        </pc:spChg>
        <pc:spChg chg="add mod">
          <ac:chgData name="Quang-Nguyen Vo-Huynh" userId="6a1b2bcfbbb34c0c" providerId="LiveId" clId="{A31CA8BD-403C-4238-BB67-AC41664D2B17}" dt="2024-05-18T02:09:12.093" v="1010" actId="1076"/>
          <ac:spMkLst>
            <pc:docMk/>
            <pc:sldMk cId="0" sldId="256"/>
            <ac:spMk id="1135" creationId="{B78CFC10-774D-0859-0501-B293EF54D04D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37" creationId="{41C64045-E9A3-DE6E-116F-71D42433742B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38" creationId="{FC36E3A3-1478-0008-73D1-05F693F2FC8D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39" creationId="{FC89350A-67BD-5007-A216-A81D92B790E6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0" creationId="{5BADD072-168E-484E-20F7-FB9E58E3BBBF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1" creationId="{20AFF26F-4DD4-732E-36D3-F1B1827E4209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2" creationId="{ADA8DFB9-0A9C-C6E6-DD6B-A90A48851964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3" creationId="{B080B71D-1B5D-ACBD-B889-27C05151208D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4" creationId="{F410A45A-22A4-084B-F1EF-822843EB4FB2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5" creationId="{31AEC46F-2A79-577C-4BDC-873CA96309E6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6" creationId="{16F4B648-2820-11DB-8C08-D18470FEAD19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7" creationId="{EE24D8A8-6BEC-5C98-EC67-AC3779796C49}"/>
          </ac:spMkLst>
        </pc:spChg>
        <pc:spChg chg="add mod">
          <ac:chgData name="Quang-Nguyen Vo-Huynh" userId="6a1b2bcfbbb34c0c" providerId="LiveId" clId="{A31CA8BD-403C-4238-BB67-AC41664D2B17}" dt="2024-05-18T02:32:27.433" v="1122" actId="164"/>
          <ac:spMkLst>
            <pc:docMk/>
            <pc:sldMk cId="0" sldId="256"/>
            <ac:spMk id="1148" creationId="{E5E09117-A353-DAF3-274E-3F11BBB2E796}"/>
          </ac:spMkLst>
        </pc:spChg>
        <pc:grpChg chg="add mod">
          <ac:chgData name="Quang-Nguyen Vo-Huynh" userId="6a1b2bcfbbb34c0c" providerId="LiveId" clId="{A31CA8BD-403C-4238-BB67-AC41664D2B17}" dt="2024-05-18T02:32:27.433" v="1122" actId="164"/>
          <ac:grpSpMkLst>
            <pc:docMk/>
            <pc:sldMk cId="0" sldId="256"/>
            <ac:grpSpMk id="19" creationId="{8D804097-D135-3699-B615-086CEB7D628E}"/>
          </ac:grpSpMkLst>
        </pc:grpChg>
        <pc:grpChg chg="add mod">
          <ac:chgData name="Quang-Nguyen Vo-Huynh" userId="6a1b2bcfbbb34c0c" providerId="LiveId" clId="{A31CA8BD-403C-4238-BB67-AC41664D2B17}" dt="2024-05-18T02:32:27.433" v="1122" actId="164"/>
          <ac:grpSpMkLst>
            <pc:docMk/>
            <pc:sldMk cId="0" sldId="256"/>
            <ac:grpSpMk id="35" creationId="{30EA1D2B-76F6-7B71-9524-20F7E625509D}"/>
          </ac:grpSpMkLst>
        </pc:grpChg>
        <pc:grpChg chg="add mod">
          <ac:chgData name="Quang-Nguyen Vo-Huynh" userId="6a1b2bcfbbb34c0c" providerId="LiveId" clId="{A31CA8BD-403C-4238-BB67-AC41664D2B17}" dt="2024-05-18T02:09:12.093" v="1010" actId="1076"/>
          <ac:grpSpMkLst>
            <pc:docMk/>
            <pc:sldMk cId="0" sldId="256"/>
            <ac:grpSpMk id="124" creationId="{A20FD508-69D2-C9A5-06F3-25EAB678344B}"/>
          </ac:grpSpMkLst>
        </pc:grpChg>
        <pc:grpChg chg="add mod">
          <ac:chgData name="Quang-Nguyen Vo-Huynh" userId="6a1b2bcfbbb34c0c" providerId="LiveId" clId="{A31CA8BD-403C-4238-BB67-AC41664D2B17}" dt="2024-05-18T01:53:42.729" v="702"/>
          <ac:grpSpMkLst>
            <pc:docMk/>
            <pc:sldMk cId="0" sldId="256"/>
            <ac:grpSpMk id="125" creationId="{4E5929DF-C0A9-2F43-F128-42658F4CB0C0}"/>
          </ac:grpSpMkLst>
        </pc:grpChg>
        <pc:grpChg chg="add del mod">
          <ac:chgData name="Quang-Nguyen Vo-Huynh" userId="6a1b2bcfbbb34c0c" providerId="LiveId" clId="{A31CA8BD-403C-4238-BB67-AC41664D2B17}" dt="2024-05-18T01:55:39.847" v="728" actId="478"/>
          <ac:grpSpMkLst>
            <pc:docMk/>
            <pc:sldMk cId="0" sldId="256"/>
            <ac:grpSpMk id="1045" creationId="{A6BBADBF-F44E-1384-FCCE-28C8A1F8A236}"/>
          </ac:grpSpMkLst>
        </pc:grpChg>
        <pc:grpChg chg="add mod">
          <ac:chgData name="Quang-Nguyen Vo-Huynh" userId="6a1b2bcfbbb34c0c" providerId="LiveId" clId="{A31CA8BD-403C-4238-BB67-AC41664D2B17}" dt="2024-05-18T02:09:12.093" v="1010" actId="1076"/>
          <ac:grpSpMkLst>
            <pc:docMk/>
            <pc:sldMk cId="0" sldId="256"/>
            <ac:grpSpMk id="1066" creationId="{162B39A8-02C4-AE16-82F2-D78EB5C25AB4}"/>
          </ac:grpSpMkLst>
        </pc:grpChg>
        <pc:grpChg chg="add mod">
          <ac:chgData name="Quang-Nguyen Vo-Huynh" userId="6a1b2bcfbbb34c0c" providerId="LiveId" clId="{A31CA8BD-403C-4238-BB67-AC41664D2B17}" dt="2024-05-18T02:09:12.093" v="1010" actId="1076"/>
          <ac:grpSpMkLst>
            <pc:docMk/>
            <pc:sldMk cId="0" sldId="256"/>
            <ac:grpSpMk id="1086" creationId="{71A2DE40-CB40-5C77-0814-100D0D3E8F9B}"/>
          </ac:grpSpMkLst>
        </pc:grpChg>
        <pc:grpChg chg="add mod">
          <ac:chgData name="Quang-Nguyen Vo-Huynh" userId="6a1b2bcfbbb34c0c" providerId="LiveId" clId="{A31CA8BD-403C-4238-BB67-AC41664D2B17}" dt="2024-05-18T02:32:27.433" v="1122" actId="164"/>
          <ac:grpSpMkLst>
            <pc:docMk/>
            <pc:sldMk cId="0" sldId="256"/>
            <ac:grpSpMk id="1136" creationId="{E63D13C0-1B15-844B-5B79-0DAAE6A3DCDE}"/>
          </ac:grpSpMkLst>
        </pc:grpChg>
        <pc:grpChg chg="add mod">
          <ac:chgData name="Quang-Nguyen Vo-Huynh" userId="6a1b2bcfbbb34c0c" providerId="LiveId" clId="{A31CA8BD-403C-4238-BB67-AC41664D2B17}" dt="2024-05-18T02:32:27.433" v="1122" actId="164"/>
          <ac:grpSpMkLst>
            <pc:docMk/>
            <pc:sldMk cId="0" sldId="256"/>
            <ac:grpSpMk id="1149" creationId="{038828E7-55D6-9A05-BCAE-03F8B11296E2}"/>
          </ac:grpSpMkLst>
        </pc:grpChg>
        <pc:picChg chg="add mod">
          <ac:chgData name="Quang-Nguyen Vo-Huynh" userId="6a1b2bcfbbb34c0c" providerId="LiveId" clId="{A31CA8BD-403C-4238-BB67-AC41664D2B17}" dt="2024-05-18T02:32:27.433" v="1122" actId="164"/>
          <ac:picMkLst>
            <pc:docMk/>
            <pc:sldMk cId="0" sldId="256"/>
            <ac:picMk id="40" creationId="{2BFF2F1A-C23D-6DF4-1404-A41B7F9352B3}"/>
          </ac:picMkLst>
        </pc:picChg>
        <pc:picChg chg="add del mod">
          <ac:chgData name="Quang-Nguyen Vo-Huynh" userId="6a1b2bcfbbb34c0c" providerId="LiveId" clId="{A31CA8BD-403C-4238-BB67-AC41664D2B17}" dt="2024-05-18T01:21:09.607" v="354" actId="478"/>
          <ac:picMkLst>
            <pc:docMk/>
            <pc:sldMk cId="0" sldId="256"/>
            <ac:picMk id="43" creationId="{628225B8-55EF-A317-F1BA-F317BA30585E}"/>
          </ac:picMkLst>
        </pc:picChg>
        <pc:picChg chg="add mod">
          <ac:chgData name="Quang-Nguyen Vo-Huynh" userId="6a1b2bcfbbb34c0c" providerId="LiveId" clId="{A31CA8BD-403C-4238-BB67-AC41664D2B17}" dt="2024-05-18T02:32:27.433" v="1122" actId="164"/>
          <ac:picMkLst>
            <pc:docMk/>
            <pc:sldMk cId="0" sldId="256"/>
            <ac:picMk id="44" creationId="{C5BE1324-0307-2490-5A2C-800D28C85A7E}"/>
          </ac:picMkLst>
        </pc:picChg>
        <pc:picChg chg="add 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60" creationId="{CC871FBB-C08D-1163-B99F-58B42AA663F7}"/>
          </ac:picMkLst>
        </pc:picChg>
        <pc:picChg chg="add del mod">
          <ac:chgData name="Quang-Nguyen Vo-Huynh" userId="6a1b2bcfbbb34c0c" providerId="LiveId" clId="{A31CA8BD-403C-4238-BB67-AC41664D2B17}" dt="2024-05-18T01:45:22.618" v="541" actId="478"/>
          <ac:picMkLst>
            <pc:docMk/>
            <pc:sldMk cId="0" sldId="256"/>
            <ac:picMk id="63" creationId="{1AE4B9DB-4B3B-19F4-CFBC-C77D742AEAE8}"/>
          </ac:picMkLst>
        </pc:picChg>
        <pc:picChg chg="add del mod">
          <ac:chgData name="Quang-Nguyen Vo-Huynh" userId="6a1b2bcfbbb34c0c" providerId="LiveId" clId="{A31CA8BD-403C-4238-BB67-AC41664D2B17}" dt="2024-05-18T01:47:32.465" v="588" actId="478"/>
          <ac:picMkLst>
            <pc:docMk/>
            <pc:sldMk cId="0" sldId="256"/>
            <ac:picMk id="64" creationId="{9394D2ED-9EBF-93EC-9B6B-9CD21F3257AE}"/>
          </ac:picMkLst>
        </pc:picChg>
        <pc:picChg chg="del">
          <ac:chgData name="Quang-Nguyen Vo-Huynh" userId="6a1b2bcfbbb34c0c" providerId="LiveId" clId="{A31CA8BD-403C-4238-BB67-AC41664D2B17}" dt="2024-05-18T00:40:36.875" v="0" actId="478"/>
          <ac:picMkLst>
            <pc:docMk/>
            <pc:sldMk cId="0" sldId="256"/>
            <ac:picMk id="82" creationId="{00000000-0000-0000-0000-000000000000}"/>
          </ac:picMkLst>
        </pc:picChg>
        <pc:picChg chg="add 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95" creationId="{41C02EA0-B5D2-445C-AD1A-3EB4A8F610AE}"/>
          </ac:picMkLst>
        </pc:picChg>
        <pc:picChg chg="add 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2" creationId="{2E551C88-903C-A6C2-5AC3-1531DB2A063E}"/>
          </ac:picMkLst>
        </pc:picChg>
        <pc:picChg chg="add 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9" creationId="{AE94403A-A758-BE59-DF7D-C95F04F2486B}"/>
          </ac:picMkLst>
        </pc:picChg>
        <pc:picChg chg="mod">
          <ac:chgData name="Quang-Nguyen Vo-Huynh" userId="6a1b2bcfbbb34c0c" providerId="LiveId" clId="{A31CA8BD-403C-4238-BB67-AC41664D2B17}" dt="2024-05-18T01:53:42.729" v="702"/>
          <ac:picMkLst>
            <pc:docMk/>
            <pc:sldMk cId="0" sldId="256"/>
            <ac:picMk id="126" creationId="{AD351CFD-B0C5-0D4F-537A-C05969079C6D}"/>
          </ac:picMkLst>
        </pc:picChg>
        <pc:picChg chg="add mod">
          <ac:chgData name="Quang-Nguyen Vo-Huynh" userId="6a1b2bcfbbb34c0c" providerId="LiveId" clId="{A31CA8BD-403C-4238-BB67-AC41664D2B17}" dt="2024-05-18T02:32:27.433" v="1122" actId="164"/>
          <ac:picMkLst>
            <pc:docMk/>
            <pc:sldMk cId="0" sldId="256"/>
            <ac:picMk id="1026" creationId="{775A3EA7-925B-705B-1C1F-3DDC8387C807}"/>
          </ac:picMkLst>
        </pc:picChg>
        <pc:picChg chg="add mod">
          <ac:chgData name="Quang-Nguyen Vo-Huynh" userId="6a1b2bcfbbb34c0c" providerId="LiveId" clId="{A31CA8BD-403C-4238-BB67-AC41664D2B17}" dt="2024-05-18T02:32:27.433" v="1122" actId="164"/>
          <ac:picMkLst>
            <pc:docMk/>
            <pc:sldMk cId="0" sldId="256"/>
            <ac:picMk id="1028" creationId="{094F1BAD-4D84-D9E4-3088-487770E9B76B}"/>
          </ac:picMkLst>
        </pc:picChg>
        <pc:picChg chg="mod">
          <ac:chgData name="Quang-Nguyen Vo-Huynh" userId="6a1b2bcfbbb34c0c" providerId="LiveId" clId="{A31CA8BD-403C-4238-BB67-AC41664D2B17}" dt="2024-05-18T01:53:42.729" v="702"/>
          <ac:picMkLst>
            <pc:docMk/>
            <pc:sldMk cId="0" sldId="256"/>
            <ac:picMk id="1029" creationId="{486E54A3-946F-15E6-FF6E-45BC71992C6A}"/>
          </ac:picMkLst>
        </pc:picChg>
        <pc:picChg chg="add mod">
          <ac:chgData name="Quang-Nguyen Vo-Huynh" userId="6a1b2bcfbbb34c0c" providerId="LiveId" clId="{A31CA8BD-403C-4238-BB67-AC41664D2B17}" dt="2024-05-18T02:32:27.433" v="1122" actId="164"/>
          <ac:picMkLst>
            <pc:docMk/>
            <pc:sldMk cId="0" sldId="256"/>
            <ac:picMk id="1030" creationId="{64015C36-2FC6-7D1A-62A1-5BEB0B90F8E4}"/>
          </ac:picMkLst>
        </pc:picChg>
        <pc:picChg chg="add del mod">
          <ac:chgData name="Quang-Nguyen Vo-Huynh" userId="6a1b2bcfbbb34c0c" providerId="LiveId" clId="{A31CA8BD-403C-4238-BB67-AC41664D2B17}" dt="2024-05-18T01:40:55.356" v="482" actId="478"/>
          <ac:picMkLst>
            <pc:docMk/>
            <pc:sldMk cId="0" sldId="256"/>
            <ac:picMk id="1032" creationId="{57A6C0D3-EC44-2710-B91D-B08C02B64BDF}"/>
          </ac:picMkLst>
        </pc:picChg>
        <pc:picChg chg="mod">
          <ac:chgData name="Quang-Nguyen Vo-Huynh" userId="6a1b2bcfbbb34c0c" providerId="LiveId" clId="{A31CA8BD-403C-4238-BB67-AC41664D2B17}" dt="2024-05-18T01:53:42.729" v="702"/>
          <ac:picMkLst>
            <pc:docMk/>
            <pc:sldMk cId="0" sldId="256"/>
            <ac:picMk id="1036" creationId="{58E88277-1047-5A04-5F9D-45BF29CEA3F6}"/>
          </ac:picMkLst>
        </pc:picChg>
        <pc:picChg chg="mod">
          <ac:chgData name="Quang-Nguyen Vo-Huynh" userId="6a1b2bcfbbb34c0c" providerId="LiveId" clId="{A31CA8BD-403C-4238-BB67-AC41664D2B17}" dt="2024-05-18T01:53:42.729" v="702"/>
          <ac:picMkLst>
            <pc:docMk/>
            <pc:sldMk cId="0" sldId="256"/>
            <ac:picMk id="1039" creationId="{0EBCFCDA-8AF2-AB28-FDB0-3E0867788658}"/>
          </ac:picMkLst>
        </pc:picChg>
        <pc:picChg chg="mod">
          <ac:chgData name="Quang-Nguyen Vo-Huynh" userId="6a1b2bcfbbb34c0c" providerId="LiveId" clId="{A31CA8BD-403C-4238-BB67-AC41664D2B17}" dt="2024-05-18T01:54:40.867" v="722" actId="1038"/>
          <ac:picMkLst>
            <pc:docMk/>
            <pc:sldMk cId="0" sldId="256"/>
            <ac:picMk id="1046" creationId="{B871F8E2-7F7C-E97B-E28A-C5A6DECB17C1}"/>
          </ac:picMkLst>
        </pc:picChg>
        <pc:picChg chg="mod">
          <ac:chgData name="Quang-Nguyen Vo-Huynh" userId="6a1b2bcfbbb34c0c" providerId="LiveId" clId="{A31CA8BD-403C-4238-BB67-AC41664D2B17}" dt="2024-05-18T01:54:40.867" v="722" actId="1038"/>
          <ac:picMkLst>
            <pc:docMk/>
            <pc:sldMk cId="0" sldId="256"/>
            <ac:picMk id="1051" creationId="{1155AB6B-4351-9D53-FDC6-85F54EB11C97}"/>
          </ac:picMkLst>
        </pc:picChg>
        <pc:picChg chg="mod">
          <ac:chgData name="Quang-Nguyen Vo-Huynh" userId="6a1b2bcfbbb34c0c" providerId="LiveId" clId="{A31CA8BD-403C-4238-BB67-AC41664D2B17}" dt="2024-05-18T01:54:40.867" v="722" actId="1038"/>
          <ac:picMkLst>
            <pc:docMk/>
            <pc:sldMk cId="0" sldId="256"/>
            <ac:picMk id="1056" creationId="{50B9DB18-E7E8-D2D0-1811-9DED148F3530}"/>
          </ac:picMkLst>
        </pc:picChg>
        <pc:picChg chg="mod">
          <ac:chgData name="Quang-Nguyen Vo-Huynh" userId="6a1b2bcfbbb34c0c" providerId="LiveId" clId="{A31CA8BD-403C-4238-BB67-AC41664D2B17}" dt="2024-05-18T01:54:40.867" v="722" actId="1038"/>
          <ac:picMkLst>
            <pc:docMk/>
            <pc:sldMk cId="0" sldId="256"/>
            <ac:picMk id="1059" creationId="{513AE3E7-1801-3A78-8642-F207CFCB4E8B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67" creationId="{F82A7643-BD8B-B023-D158-690762A270FB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72" creationId="{13EE8D34-5F55-FAA8-59F3-8EF13601325A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77" creationId="{B56B6805-C08B-6276-4B8C-1F112ECAAF03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80" creationId="{61C43793-5257-BF5F-0653-469B384512E8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87" creationId="{7A915DBE-53FE-2250-9DC4-27BBF05B3AD5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92" creationId="{ABF56793-6185-7414-F31D-5271604E945A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097" creationId="{C9450E8A-2C6C-267C-609A-A335D9371CDE}"/>
          </ac:picMkLst>
        </pc:picChg>
        <pc:picChg chg="mod">
          <ac:chgData name="Quang-Nguyen Vo-Huynh" userId="6a1b2bcfbbb34c0c" providerId="LiveId" clId="{A31CA8BD-403C-4238-BB67-AC41664D2B17}" dt="2024-05-18T02:09:12.093" v="1010" actId="1076"/>
          <ac:picMkLst>
            <pc:docMk/>
            <pc:sldMk cId="0" sldId="256"/>
            <ac:picMk id="1100" creationId="{2EC348C9-BBAE-D9B1-A936-1245F4C57406}"/>
          </ac:picMkLst>
        </pc:picChg>
        <pc:cxnChg chg="add del mod">
          <ac:chgData name="Quang-Nguyen Vo-Huynh" userId="6a1b2bcfbbb34c0c" providerId="LiveId" clId="{A31CA8BD-403C-4238-BB67-AC41664D2B17}" dt="2024-05-18T01:30:16.476" v="430" actId="478"/>
          <ac:cxnSpMkLst>
            <pc:docMk/>
            <pc:sldMk cId="0" sldId="256"/>
            <ac:cxnSpMk id="52" creationId="{808C6F3F-86B8-5860-AC45-9C319235A1D8}"/>
          </ac:cxnSpMkLst>
        </pc:cxnChg>
        <pc:cxnChg chg="add del mod">
          <ac:chgData name="Quang-Nguyen Vo-Huynh" userId="6a1b2bcfbbb34c0c" providerId="LiveId" clId="{A31CA8BD-403C-4238-BB67-AC41664D2B17}" dt="2024-05-18T01:30:14.626" v="429" actId="478"/>
          <ac:cxnSpMkLst>
            <pc:docMk/>
            <pc:sldMk cId="0" sldId="256"/>
            <ac:cxnSpMk id="54" creationId="{38BDCF45-429D-5256-AD74-4B29C82F68C9}"/>
          </ac:cxnSpMkLst>
        </pc:cxnChg>
        <pc:cxnChg chg="add 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62" creationId="{CD32B943-819E-E530-E7C0-BCD305E00B75}"/>
          </ac:cxnSpMkLst>
        </pc:cxnChg>
        <pc:cxnChg chg="add 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65" creationId="{CA7054BB-803D-2E08-F3D7-6EA329160F8A}"/>
          </ac:cxnSpMkLst>
        </pc:cxnChg>
        <pc:cxnChg chg="add 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96" creationId="{284E4819-8B95-4417-FDD0-DED069E35CB9}"/>
          </ac:cxnSpMkLst>
        </pc:cxnChg>
        <pc:cxnChg chg="add del 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3" creationId="{DA125F75-066A-9660-D753-47C9D830B499}"/>
          </ac:cxnSpMkLst>
        </pc:cxnChg>
        <pc:cxnChg chg="add 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4" creationId="{73710BCD-6781-97E3-FF04-F91812A02C53}"/>
          </ac:cxnSpMkLst>
        </pc:cxnChg>
        <pc:cxnChg chg="add 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12" creationId="{BB35B75C-B9CC-C731-D0D7-7C624BA60C2A}"/>
          </ac:cxnSpMkLst>
        </pc:cxnChg>
        <pc:cxnChg chg="mod">
          <ac:chgData name="Quang-Nguyen Vo-Huynh" userId="6a1b2bcfbbb34c0c" providerId="LiveId" clId="{A31CA8BD-403C-4238-BB67-AC41664D2B17}" dt="2024-05-18T01:53:42.729" v="702"/>
          <ac:cxnSpMkLst>
            <pc:docMk/>
            <pc:sldMk cId="0" sldId="256"/>
            <ac:cxnSpMk id="127" creationId="{3CFF8C6E-B798-D1E8-3E78-9C78101EA675}"/>
          </ac:cxnSpMkLst>
        </pc:cxnChg>
        <pc:cxnChg chg="mod">
          <ac:chgData name="Quang-Nguyen Vo-Huynh" userId="6a1b2bcfbbb34c0c" providerId="LiveId" clId="{A31CA8BD-403C-4238-BB67-AC41664D2B17}" dt="2024-05-18T01:53:42.729" v="702"/>
          <ac:cxnSpMkLst>
            <pc:docMk/>
            <pc:sldMk cId="0" sldId="256"/>
            <ac:cxnSpMk id="1024" creationId="{DEE95BF2-F795-C9D6-2CF0-DE9DF7EDDA14}"/>
          </ac:cxnSpMkLst>
        </pc:cxnChg>
        <pc:cxnChg chg="mod">
          <ac:chgData name="Quang-Nguyen Vo-Huynh" userId="6a1b2bcfbbb34c0c" providerId="LiveId" clId="{A31CA8BD-403C-4238-BB67-AC41664D2B17}" dt="2024-05-18T01:53:42.729" v="702"/>
          <ac:cxnSpMkLst>
            <pc:docMk/>
            <pc:sldMk cId="0" sldId="256"/>
            <ac:cxnSpMk id="1031" creationId="{DFD6C38E-10B6-871E-D742-E0D69CEC2D9E}"/>
          </ac:cxnSpMkLst>
        </pc:cxnChg>
        <pc:cxnChg chg="mod">
          <ac:chgData name="Quang-Nguyen Vo-Huynh" userId="6a1b2bcfbbb34c0c" providerId="LiveId" clId="{A31CA8BD-403C-4238-BB67-AC41664D2B17}" dt="2024-05-18T01:53:42.729" v="702"/>
          <ac:cxnSpMkLst>
            <pc:docMk/>
            <pc:sldMk cId="0" sldId="256"/>
            <ac:cxnSpMk id="1037" creationId="{022737EA-64AD-3770-20A0-12A3D0AF319D}"/>
          </ac:cxnSpMkLst>
        </pc:cxnChg>
        <pc:cxnChg chg="mod">
          <ac:chgData name="Quang-Nguyen Vo-Huynh" userId="6a1b2bcfbbb34c0c" providerId="LiveId" clId="{A31CA8BD-403C-4238-BB67-AC41664D2B17}" dt="2024-05-18T01:53:42.729" v="702"/>
          <ac:cxnSpMkLst>
            <pc:docMk/>
            <pc:sldMk cId="0" sldId="256"/>
            <ac:cxnSpMk id="1038" creationId="{82232513-D85B-441B-B688-DB0EFC547F3B}"/>
          </ac:cxnSpMkLst>
        </pc:cxnChg>
        <pc:cxnChg chg="mod">
          <ac:chgData name="Quang-Nguyen Vo-Huynh" userId="6a1b2bcfbbb34c0c" providerId="LiveId" clId="{A31CA8BD-403C-4238-BB67-AC41664D2B17}" dt="2024-05-18T01:53:42.729" v="702"/>
          <ac:cxnSpMkLst>
            <pc:docMk/>
            <pc:sldMk cId="0" sldId="256"/>
            <ac:cxnSpMk id="1040" creationId="{D1831124-9149-F479-8403-32CA9AAF35A3}"/>
          </ac:cxnSpMkLst>
        </pc:cxnChg>
        <pc:cxnChg chg="mod">
          <ac:chgData name="Quang-Nguyen Vo-Huynh" userId="6a1b2bcfbbb34c0c" providerId="LiveId" clId="{A31CA8BD-403C-4238-BB67-AC41664D2B17}" dt="2024-05-18T01:54:40.867" v="722" actId="1038"/>
          <ac:cxnSpMkLst>
            <pc:docMk/>
            <pc:sldMk cId="0" sldId="256"/>
            <ac:cxnSpMk id="1047" creationId="{5C6F45B8-07A1-04E4-7C21-91D1AA8E8892}"/>
          </ac:cxnSpMkLst>
        </pc:cxnChg>
        <pc:cxnChg chg="mod">
          <ac:chgData name="Quang-Nguyen Vo-Huynh" userId="6a1b2bcfbbb34c0c" providerId="LiveId" clId="{A31CA8BD-403C-4238-BB67-AC41664D2B17}" dt="2024-05-18T01:54:40.867" v="722" actId="1038"/>
          <ac:cxnSpMkLst>
            <pc:docMk/>
            <pc:sldMk cId="0" sldId="256"/>
            <ac:cxnSpMk id="1048" creationId="{CB221393-44C8-D995-68D3-52374151CD33}"/>
          </ac:cxnSpMkLst>
        </pc:cxnChg>
        <pc:cxnChg chg="mod">
          <ac:chgData name="Quang-Nguyen Vo-Huynh" userId="6a1b2bcfbbb34c0c" providerId="LiveId" clId="{A31CA8BD-403C-4238-BB67-AC41664D2B17}" dt="2024-05-18T01:54:40.867" v="722" actId="1038"/>
          <ac:cxnSpMkLst>
            <pc:docMk/>
            <pc:sldMk cId="0" sldId="256"/>
            <ac:cxnSpMk id="1052" creationId="{2438A8C8-CD9B-02D2-6253-E27F53AB3E4B}"/>
          </ac:cxnSpMkLst>
        </pc:cxnChg>
        <pc:cxnChg chg="mod">
          <ac:chgData name="Quang-Nguyen Vo-Huynh" userId="6a1b2bcfbbb34c0c" providerId="LiveId" clId="{A31CA8BD-403C-4238-BB67-AC41664D2B17}" dt="2024-05-18T01:54:40.867" v="722" actId="1038"/>
          <ac:cxnSpMkLst>
            <pc:docMk/>
            <pc:sldMk cId="0" sldId="256"/>
            <ac:cxnSpMk id="1057" creationId="{C6D08961-64BC-4E3F-07C6-C1A6AB8C77D0}"/>
          </ac:cxnSpMkLst>
        </pc:cxnChg>
        <pc:cxnChg chg="mod">
          <ac:chgData name="Quang-Nguyen Vo-Huynh" userId="6a1b2bcfbbb34c0c" providerId="LiveId" clId="{A31CA8BD-403C-4238-BB67-AC41664D2B17}" dt="2024-05-18T01:54:40.867" v="722" actId="1038"/>
          <ac:cxnSpMkLst>
            <pc:docMk/>
            <pc:sldMk cId="0" sldId="256"/>
            <ac:cxnSpMk id="1058" creationId="{2FA25E89-0593-4772-687C-2EA73AA281A4}"/>
          </ac:cxnSpMkLst>
        </pc:cxnChg>
        <pc:cxnChg chg="mod">
          <ac:chgData name="Quang-Nguyen Vo-Huynh" userId="6a1b2bcfbbb34c0c" providerId="LiveId" clId="{A31CA8BD-403C-4238-BB67-AC41664D2B17}" dt="2024-05-18T01:54:40.867" v="722" actId="1038"/>
          <ac:cxnSpMkLst>
            <pc:docMk/>
            <pc:sldMk cId="0" sldId="256"/>
            <ac:cxnSpMk id="1060" creationId="{885F061B-F57D-B913-1D12-E763C69198F9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68" creationId="{23A11DFD-8561-E5C1-F22E-D36335597610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69" creationId="{12F15AAF-A8E8-93C0-3299-2686DB6EE478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73" creationId="{C3F65E36-5D6F-12E6-1FC5-E18E9632E5B8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78" creationId="{8DBC4D9A-1EBE-023A-76FC-2603881A4085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79" creationId="{46674B2D-0E0D-6D3F-45B1-95228E80FDF3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81" creationId="{716B5165-C1DF-B9C8-A8FF-63F82BEF0309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88" creationId="{E938A717-84ED-4F0B-1A3B-A229ACCBD02D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89" creationId="{E4A59B6B-4BD1-8C8B-6CC0-D7A71AB5FB21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93" creationId="{72287EAC-E45D-DEDB-F031-ECF7E0C754E2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98" creationId="{152B376D-56DA-A7C4-9C19-1A896D9359D5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099" creationId="{6C9F4EA3-8A4B-C77B-092A-9D116FC3C15E}"/>
          </ac:cxnSpMkLst>
        </pc:cxnChg>
        <pc:cxnChg chg="mod">
          <ac:chgData name="Quang-Nguyen Vo-Huynh" userId="6a1b2bcfbbb34c0c" providerId="LiveId" clId="{A31CA8BD-403C-4238-BB67-AC41664D2B17}" dt="2024-05-18T02:09:12.093" v="1010" actId="1076"/>
          <ac:cxnSpMkLst>
            <pc:docMk/>
            <pc:sldMk cId="0" sldId="256"/>
            <ac:cxnSpMk id="1101" creationId="{35D99838-62BE-2527-7500-47FB8D9B289D}"/>
          </ac:cxnSpMkLst>
        </pc:cxnChg>
      </pc:sldChg>
      <pc:sldChg chg="addSp modSp new mod">
        <pc:chgData name="Quang-Nguyen Vo-Huynh" userId="6a1b2bcfbbb34c0c" providerId="LiveId" clId="{A31CA8BD-403C-4238-BB67-AC41664D2B17}" dt="2024-05-18T01:06:28.845" v="288" actId="207"/>
        <pc:sldMkLst>
          <pc:docMk/>
          <pc:sldMk cId="330254478" sldId="257"/>
        </pc:sldMkLst>
        <pc:picChg chg="add mod">
          <ac:chgData name="Quang-Nguyen Vo-Huynh" userId="6a1b2bcfbbb34c0c" providerId="LiveId" clId="{A31CA8BD-403C-4238-BB67-AC41664D2B17}" dt="2024-05-18T01:06:28.845" v="288" actId="207"/>
          <ac:picMkLst>
            <pc:docMk/>
            <pc:sldMk cId="330254478" sldId="257"/>
            <ac:picMk id="3" creationId="{A385AF44-12A4-4B5B-9A01-0CD2D9266B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F5234D8-5940-48A8-A1E7-CDA8253623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720" cy="41828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rm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"/>
          </p:nvPr>
        </p:nvSpPr>
        <p:spPr>
          <a:xfrm>
            <a:off x="3970800" y="8830080"/>
            <a:ext cx="3036960" cy="464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Verdana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6B87CF-43AE-4DD2-8C0A-C4FC477A2F22}" type="slidenum">
              <a:rPr lang="en-US" sz="1200" b="0" strike="noStrike" spc="-1">
                <a:solidFill>
                  <a:schemeClr val="dk1"/>
                </a:solidFill>
                <a:latin typeface="Verdana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243520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3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360" cy="54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6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8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360" cy="54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360" cy="1909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24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25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26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28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29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30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360" cy="54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243520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38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39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0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2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3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4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360" cy="54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8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49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0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4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5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6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690480"/>
            <a:ext cx="43890480" cy="3885480"/>
          </a:xfrm>
          <a:prstGeom prst="rect">
            <a:avLst/>
          </a:prstGeom>
          <a:gradFill rotWithShape="0">
            <a:gsLst>
              <a:gs pos="0">
                <a:srgbClr val="DEDEDE"/>
              </a:gs>
              <a:gs pos="32000">
                <a:srgbClr val="D9D9D9"/>
              </a:gs>
              <a:gs pos="100000">
                <a:srgbClr val="F1F1F1"/>
              </a:gs>
            </a:gsLst>
            <a:lin ang="162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0" y="31470480"/>
            <a:ext cx="43890480" cy="151164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59" name="Rectangle 4"/>
          <p:cNvSpPr/>
          <p:nvPr/>
        </p:nvSpPr>
        <p:spPr>
          <a:xfrm>
            <a:off x="0" y="4566240"/>
            <a:ext cx="43890480" cy="3466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  <p:sp>
        <p:nvSpPr>
          <p:cNvPr id="60" name="Rectangle 5"/>
          <p:cNvSpPr/>
          <p:nvPr/>
        </p:nvSpPr>
        <p:spPr>
          <a:xfrm>
            <a:off x="0" y="4680"/>
            <a:ext cx="43890480" cy="685080"/>
          </a:xfrm>
          <a:prstGeom prst="rect">
            <a:avLst/>
          </a:prstGeom>
          <a:solidFill>
            <a:srgbClr val="FF730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438948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roup 1148">
            <a:extLst>
              <a:ext uri="{FF2B5EF4-FFF2-40B4-BE49-F238E27FC236}">
                <a16:creationId xmlns:a16="http://schemas.microsoft.com/office/drawing/2014/main" id="{038828E7-55D6-9A05-BCAE-03F8B11296E2}"/>
              </a:ext>
            </a:extLst>
          </p:cNvPr>
          <p:cNvGrpSpPr/>
          <p:nvPr/>
        </p:nvGrpSpPr>
        <p:grpSpPr>
          <a:xfrm>
            <a:off x="1662848" y="6773086"/>
            <a:ext cx="11296512" cy="9927414"/>
            <a:chOff x="1662848" y="6773086"/>
            <a:chExt cx="11296512" cy="9927414"/>
          </a:xfrm>
        </p:grpSpPr>
        <p:sp>
          <p:nvSpPr>
            <p:cNvPr id="59" name="Trapezoid 58">
              <a:extLst>
                <a:ext uri="{FF2B5EF4-FFF2-40B4-BE49-F238E27FC236}">
                  <a16:creationId xmlns:a16="http://schemas.microsoft.com/office/drawing/2014/main" id="{8959FFA7-BA9C-795F-E5F9-16F0644D0CE0}"/>
                </a:ext>
              </a:extLst>
            </p:cNvPr>
            <p:cNvSpPr/>
            <p:nvPr/>
          </p:nvSpPr>
          <p:spPr>
            <a:xfrm>
              <a:off x="2941320" y="12303760"/>
              <a:ext cx="4546600" cy="4396740"/>
            </a:xfrm>
            <a:prstGeom prst="trapezoid">
              <a:avLst>
                <a:gd name="adj" fmla="val 35866"/>
              </a:avLst>
            </a:prstGeom>
            <a:gradFill flip="none" rotWithShape="1">
              <a:gsLst>
                <a:gs pos="0">
                  <a:srgbClr val="A7C8E4">
                    <a:tint val="66000"/>
                    <a:satMod val="160000"/>
                  </a:srgbClr>
                </a:gs>
                <a:gs pos="50000">
                  <a:srgbClr val="A7C8E4">
                    <a:tint val="44500"/>
                    <a:satMod val="160000"/>
                  </a:srgbClr>
                </a:gs>
                <a:gs pos="100000">
                  <a:srgbClr val="A7C8E4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D804097-D135-3699-B615-086CEB7D628E}"/>
                </a:ext>
              </a:extLst>
            </p:cNvPr>
            <p:cNvGrpSpPr/>
            <p:nvPr/>
          </p:nvGrpSpPr>
          <p:grpSpPr>
            <a:xfrm>
              <a:off x="2123017" y="7495118"/>
              <a:ext cx="6846778" cy="6572458"/>
              <a:chOff x="1843617" y="5501218"/>
              <a:chExt cx="6846778" cy="657245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Rectangle: Rounded Corners 1">
                    <a:extLst>
                      <a:ext uri="{FF2B5EF4-FFF2-40B4-BE49-F238E27FC236}">
                        <a16:creationId xmlns:a16="http://schemas.microsoft.com/office/drawing/2014/main" id="{5869351E-43EF-F548-658F-B6EAC99A4521}"/>
                      </a:ext>
                    </a:extLst>
                  </p:cNvPr>
                  <p:cNvSpPr/>
                  <p:nvPr/>
                </p:nvSpPr>
                <p:spPr>
                  <a:xfrm>
                    <a:off x="1843617" y="550121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" name="Rectangle: Rounded Corners 1">
                    <a:extLst>
                      <a:ext uri="{FF2B5EF4-FFF2-40B4-BE49-F238E27FC236}">
                        <a16:creationId xmlns:a16="http://schemas.microsoft.com/office/drawing/2014/main" id="{5869351E-43EF-F548-658F-B6EAC99A45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3617" y="5501218"/>
                    <a:ext cx="1805516" cy="1805516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A3F5A956-8F1A-B7A6-37BD-C280A0D35A9D}"/>
                      </a:ext>
                    </a:extLst>
                  </p:cNvPr>
                  <p:cNvSpPr/>
                  <p:nvPr/>
                </p:nvSpPr>
                <p:spPr>
                  <a:xfrm>
                    <a:off x="3987377" y="550121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A3F5A956-8F1A-B7A6-37BD-C280A0D35A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377" y="5501218"/>
                    <a:ext cx="1805516" cy="1805516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EEC15D7E-0263-5D8C-C559-B900F0C95728}"/>
                      </a:ext>
                    </a:extLst>
                  </p:cNvPr>
                  <p:cNvSpPr/>
                  <p:nvPr/>
                </p:nvSpPr>
                <p:spPr>
                  <a:xfrm>
                    <a:off x="6884879" y="550121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</m:t>
                              </m:r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EEC15D7E-0263-5D8C-C559-B900F0C957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879" y="5501218"/>
                    <a:ext cx="1805516" cy="1805516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509A2953-A5A4-75A8-6928-103A99EF8B28}"/>
                      </a:ext>
                    </a:extLst>
                  </p:cNvPr>
                  <p:cNvSpPr/>
                  <p:nvPr/>
                </p:nvSpPr>
                <p:spPr>
                  <a:xfrm>
                    <a:off x="1843617" y="755353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509A2953-A5A4-75A8-6928-103A99EF8B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3617" y="7553538"/>
                    <a:ext cx="1805516" cy="1805516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Rectangle: Rounded Corners 5">
                    <a:extLst>
                      <a:ext uri="{FF2B5EF4-FFF2-40B4-BE49-F238E27FC236}">
                        <a16:creationId xmlns:a16="http://schemas.microsoft.com/office/drawing/2014/main" id="{08DBF791-DCC4-5D9B-0343-85A6BEADBDC3}"/>
                      </a:ext>
                    </a:extLst>
                  </p:cNvPr>
                  <p:cNvSpPr/>
                  <p:nvPr/>
                </p:nvSpPr>
                <p:spPr>
                  <a:xfrm>
                    <a:off x="3987377" y="755353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6" name="Rectangle: Rounded Corners 5">
                    <a:extLst>
                      <a:ext uri="{FF2B5EF4-FFF2-40B4-BE49-F238E27FC236}">
                        <a16:creationId xmlns:a16="http://schemas.microsoft.com/office/drawing/2014/main" id="{08DBF791-DCC4-5D9B-0343-85A6BEADBD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377" y="7553538"/>
                    <a:ext cx="1805516" cy="1805516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Rectangle: Rounded Corners 6">
                    <a:extLst>
                      <a:ext uri="{FF2B5EF4-FFF2-40B4-BE49-F238E27FC236}">
                        <a16:creationId xmlns:a16="http://schemas.microsoft.com/office/drawing/2014/main" id="{71321BED-3DE6-5FE1-91A2-5FE9C1FD7E84}"/>
                      </a:ext>
                    </a:extLst>
                  </p:cNvPr>
                  <p:cNvSpPr/>
                  <p:nvPr/>
                </p:nvSpPr>
                <p:spPr>
                  <a:xfrm>
                    <a:off x="6884879" y="755353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2,</m:t>
                              </m:r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7" name="Rectangle: Rounded Corners 6">
                    <a:extLst>
                      <a:ext uri="{FF2B5EF4-FFF2-40B4-BE49-F238E27FC236}">
                        <a16:creationId xmlns:a16="http://schemas.microsoft.com/office/drawing/2014/main" id="{71321BED-3DE6-5FE1-91A2-5FE9C1FD7E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879" y="7553538"/>
                    <a:ext cx="1805516" cy="1805516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4D5E80-131D-92C0-6C0A-69C2228E850B}"/>
                  </a:ext>
                </a:extLst>
              </p:cNvPr>
              <p:cNvSpPr txBox="1"/>
              <p:nvPr/>
            </p:nvSpPr>
            <p:spPr>
              <a:xfrm>
                <a:off x="5971874" y="5982872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626D79-E126-B922-ADBC-07540655EF51}"/>
                  </a:ext>
                </a:extLst>
              </p:cNvPr>
              <p:cNvSpPr txBox="1"/>
              <p:nvPr/>
            </p:nvSpPr>
            <p:spPr>
              <a:xfrm>
                <a:off x="5971873" y="7963854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1430DD-D853-317E-28E3-EC480CE282B8}"/>
                  </a:ext>
                </a:extLst>
              </p:cNvPr>
              <p:cNvSpPr txBox="1"/>
              <p:nvPr/>
            </p:nvSpPr>
            <p:spPr>
              <a:xfrm rot="5400000">
                <a:off x="2549447" y="9452038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23C458-3553-D93E-DE33-FDA1B725AB73}"/>
                  </a:ext>
                </a:extLst>
              </p:cNvPr>
              <p:cNvSpPr txBox="1"/>
              <p:nvPr/>
            </p:nvSpPr>
            <p:spPr>
              <a:xfrm rot="5400000">
                <a:off x="4713930" y="9452037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220885-47D4-D060-3EFB-659874521C6D}"/>
                  </a:ext>
                </a:extLst>
              </p:cNvPr>
              <p:cNvSpPr txBox="1"/>
              <p:nvPr/>
            </p:nvSpPr>
            <p:spPr>
              <a:xfrm rot="5400000">
                <a:off x="7768357" y="9452037"/>
                <a:ext cx="428623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94FEA1D3-8BA2-EA31-58FD-A75504DF9FF9}"/>
                      </a:ext>
                    </a:extLst>
                  </p:cNvPr>
                  <p:cNvSpPr/>
                  <p:nvPr/>
                </p:nvSpPr>
                <p:spPr>
                  <a:xfrm>
                    <a:off x="1843617" y="10268160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94FEA1D3-8BA2-EA31-58FD-A75504DF9FF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3617" y="10268160"/>
                    <a:ext cx="1805516" cy="1805516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0659F52B-7955-0731-01AD-845F8DFD4645}"/>
                      </a:ext>
                    </a:extLst>
                  </p:cNvPr>
                  <p:cNvSpPr/>
                  <p:nvPr/>
                </p:nvSpPr>
                <p:spPr>
                  <a:xfrm>
                    <a:off x="4012777" y="10268160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0659F52B-7955-0731-01AD-845F8DFD46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2777" y="10268160"/>
                    <a:ext cx="1805516" cy="1805516"/>
                  </a:xfrm>
                  <a:prstGeom prst="round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C1CD68C1-9529-91C2-DECB-2F04CB769329}"/>
                      </a:ext>
                    </a:extLst>
                  </p:cNvPr>
                  <p:cNvSpPr/>
                  <p:nvPr/>
                </p:nvSpPr>
                <p:spPr>
                  <a:xfrm>
                    <a:off x="6884879" y="10268160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C1CD68C1-9529-91C2-DECB-2F04CB7693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879" y="10268160"/>
                    <a:ext cx="1805516" cy="1805516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991D8C-E652-00AD-FB45-9B0F5F5F6A3E}"/>
                  </a:ext>
                </a:extLst>
              </p:cNvPr>
              <p:cNvSpPr txBox="1"/>
              <p:nvPr/>
            </p:nvSpPr>
            <p:spPr>
              <a:xfrm>
                <a:off x="6002895" y="10700078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0EA1D2B-76F6-7B71-9524-20F7E625509D}"/>
                </a:ext>
              </a:extLst>
            </p:cNvPr>
            <p:cNvGrpSpPr/>
            <p:nvPr/>
          </p:nvGrpSpPr>
          <p:grpSpPr>
            <a:xfrm>
              <a:off x="10061781" y="7495118"/>
              <a:ext cx="876781" cy="6572458"/>
              <a:chOff x="9782381" y="5501218"/>
              <a:chExt cx="876781" cy="657245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A7DF70D0-ED70-ECD9-AEB9-C4F23376EE31}"/>
                      </a:ext>
                    </a:extLst>
                  </p:cNvPr>
                  <p:cNvSpPr/>
                  <p:nvPr/>
                </p:nvSpPr>
                <p:spPr>
                  <a:xfrm>
                    <a:off x="9782381" y="5501218"/>
                    <a:ext cx="279400" cy="1805516"/>
                  </a:xfrm>
                  <a:prstGeom prst="roundRect">
                    <a:avLst/>
                  </a:prstGeom>
                  <a:solidFill>
                    <a:srgbClr val="B2E0A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A7DF70D0-ED70-ECD9-AEB9-C4F23376EE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82381" y="5501218"/>
                    <a:ext cx="279400" cy="1805516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8DE6BF2-535D-B04A-02FD-6BEEB2FF93CF}"/>
                  </a:ext>
                </a:extLst>
              </p:cNvPr>
              <p:cNvSpPr/>
              <p:nvPr/>
            </p:nvSpPr>
            <p:spPr>
              <a:xfrm>
                <a:off x="9782381" y="7553538"/>
                <a:ext cx="279400" cy="1805516"/>
              </a:xfrm>
              <a:prstGeom prst="roundRect">
                <a:avLst/>
              </a:prstGeom>
              <a:solidFill>
                <a:srgbClr val="B2E0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2771CBF0-1E91-F3B2-E4A1-2B0A71E21E32}"/>
                  </a:ext>
                </a:extLst>
              </p:cNvPr>
              <p:cNvSpPr/>
              <p:nvPr/>
            </p:nvSpPr>
            <p:spPr>
              <a:xfrm>
                <a:off x="9785762" y="10268160"/>
                <a:ext cx="279400" cy="1805516"/>
              </a:xfrm>
              <a:prstGeom prst="roundRect">
                <a:avLst/>
              </a:prstGeom>
              <a:solidFill>
                <a:srgbClr val="B2E0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FD7FDD2-E589-D54D-D699-3AE981D0EAE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900" y="6219310"/>
                    <a:ext cx="4610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FD7FDD2-E589-D54D-D699-3AE981D0EA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1900" y="6219310"/>
                    <a:ext cx="46108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C3AD83E-6CB6-F851-91CF-108A88555B1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900" y="8271630"/>
                    <a:ext cx="46641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C3AD83E-6CB6-F851-91CF-108A88555B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1900" y="8271630"/>
                    <a:ext cx="46641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2D38F9E-D76A-79CF-6589-89FCF615BAB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900" y="11007854"/>
                    <a:ext cx="53726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2D38F9E-D76A-79CF-6589-89FCF615BA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1900" y="11007854"/>
                    <a:ext cx="53726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AA9B0D75-2C30-7BA5-F8B9-7CA06DA27E76}"/>
                    </a:ext>
                  </a:extLst>
                </p:cNvPr>
                <p:cNvSpPr/>
                <p:nvPr/>
              </p:nvSpPr>
              <p:spPr>
                <a:xfrm>
                  <a:off x="11941381" y="7495118"/>
                  <a:ext cx="279400" cy="1805516"/>
                </a:xfrm>
                <a:prstGeom prst="roundRect">
                  <a:avLst/>
                </a:prstGeom>
                <a:solidFill>
                  <a:srgbClr val="FED7D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AA9B0D75-2C30-7BA5-F8B9-7CA06DA27E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1381" y="7495118"/>
                  <a:ext cx="279400" cy="1805516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01B70D5-A605-9284-0317-F434E3EEFC05}"/>
                </a:ext>
              </a:extLst>
            </p:cNvPr>
            <p:cNvSpPr/>
            <p:nvPr/>
          </p:nvSpPr>
          <p:spPr>
            <a:xfrm>
              <a:off x="11941381" y="9547438"/>
              <a:ext cx="279400" cy="1805516"/>
            </a:xfrm>
            <a:prstGeom prst="roundRect">
              <a:avLst/>
            </a:prstGeom>
            <a:solidFill>
              <a:srgbClr val="FED7D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F1D1728-7DCB-CF78-C0E8-33F35EE47F07}"/>
                </a:ext>
              </a:extLst>
            </p:cNvPr>
            <p:cNvSpPr/>
            <p:nvPr/>
          </p:nvSpPr>
          <p:spPr>
            <a:xfrm>
              <a:off x="11944762" y="12262060"/>
              <a:ext cx="279400" cy="1805516"/>
            </a:xfrm>
            <a:prstGeom prst="roundRect">
              <a:avLst/>
            </a:prstGeom>
            <a:solidFill>
              <a:srgbClr val="FED7D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EBBE089-D021-5A0B-C32E-5DA1EFB75774}"/>
                    </a:ext>
                  </a:extLst>
                </p:cNvPr>
                <p:cNvSpPr txBox="1"/>
                <p:nvPr/>
              </p:nvSpPr>
              <p:spPr>
                <a:xfrm>
                  <a:off x="12431460" y="8213210"/>
                  <a:ext cx="4736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EBBE089-D021-5A0B-C32E-5DA1EFB75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1460" y="8213210"/>
                  <a:ext cx="473656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299EB0-1BB4-F0DC-F93A-ADC1EC2D74CE}"/>
                    </a:ext>
                  </a:extLst>
                </p:cNvPr>
                <p:cNvSpPr txBox="1"/>
                <p:nvPr/>
              </p:nvSpPr>
              <p:spPr>
                <a:xfrm>
                  <a:off x="12431460" y="10111642"/>
                  <a:ext cx="4789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299EB0-1BB4-F0DC-F93A-ADC1EC2D7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1460" y="10111642"/>
                  <a:ext cx="478977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2A93C3-1CB3-636F-3BD5-857CF4F1AF4C}"/>
                    </a:ext>
                  </a:extLst>
                </p:cNvPr>
                <p:cNvSpPr txBox="1"/>
                <p:nvPr/>
              </p:nvSpPr>
              <p:spPr>
                <a:xfrm>
                  <a:off x="12431460" y="12795486"/>
                  <a:ext cx="5279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2A93C3-1CB3-636F-3BD5-857CF4F1A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1460" y="12795486"/>
                  <a:ext cx="527900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195A23-178C-A689-A6DA-0245090F6780}"/>
                    </a:ext>
                  </a:extLst>
                </p:cNvPr>
                <p:cNvSpPr txBox="1"/>
                <p:nvPr/>
              </p:nvSpPr>
              <p:spPr>
                <a:xfrm>
                  <a:off x="10938562" y="10111642"/>
                  <a:ext cx="686405" cy="6771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800" b="0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195A23-178C-A689-A6DA-0245090F6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8562" y="10111642"/>
                  <a:ext cx="686405" cy="67710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75A3EA7-925B-705B-1C1F-3DDC8387C8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2848" y="7391500"/>
              <a:ext cx="400050" cy="679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2">
              <a:extLst>
                <a:ext uri="{FF2B5EF4-FFF2-40B4-BE49-F238E27FC236}">
                  <a16:creationId xmlns:a16="http://schemas.microsoft.com/office/drawing/2014/main" id="{2BFF2F1A-C23D-6DF4-1404-A41B7F935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5561" y="7391500"/>
              <a:ext cx="400050" cy="679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94F1BAD-4D84-D9E4-3088-487770E9B7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2232" y="7099331"/>
              <a:ext cx="7488767" cy="353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64015C36-2FC6-7D1A-62A1-5BEB0B90F8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4916" y="7095068"/>
              <a:ext cx="853129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6">
              <a:extLst>
                <a:ext uri="{FF2B5EF4-FFF2-40B4-BE49-F238E27FC236}">
                  <a16:creationId xmlns:a16="http://schemas.microsoft.com/office/drawing/2014/main" id="{C5BE1324-0307-2490-5A2C-800D28C8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4516" y="7076025"/>
              <a:ext cx="853129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11D122C-1F8C-BB93-6310-A58CABA8C653}"/>
                </a:ext>
              </a:extLst>
            </p:cNvPr>
            <p:cNvSpPr txBox="1"/>
            <p:nvPr/>
          </p:nvSpPr>
          <p:spPr>
            <a:xfrm rot="5400000">
              <a:off x="10126869" y="11452019"/>
              <a:ext cx="42862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2AE5CEB-6E16-1416-5732-5AF2A8CE10A8}"/>
                </a:ext>
              </a:extLst>
            </p:cNvPr>
            <p:cNvSpPr txBox="1"/>
            <p:nvPr/>
          </p:nvSpPr>
          <p:spPr>
            <a:xfrm rot="5400000">
              <a:off x="12034798" y="11445937"/>
              <a:ext cx="42862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3A21999-33E5-30EC-F62F-A8334E738318}"/>
                    </a:ext>
                  </a:extLst>
                </p:cNvPr>
                <p:cNvSpPr txBox="1"/>
                <p:nvPr/>
              </p:nvSpPr>
              <p:spPr>
                <a:xfrm>
                  <a:off x="5329319" y="6773086"/>
                  <a:ext cx="4058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3A21999-33E5-30EC-F62F-A8334E738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9319" y="6773086"/>
                  <a:ext cx="405880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DA3BA21-B5F4-C4C3-9E15-87BAE23F0F70}"/>
                    </a:ext>
                  </a:extLst>
                </p:cNvPr>
                <p:cNvSpPr txBox="1"/>
                <p:nvPr/>
              </p:nvSpPr>
              <p:spPr>
                <a:xfrm>
                  <a:off x="10002626" y="6822584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DA3BA21-B5F4-C4C3-9E15-87BAE23F0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2626" y="6822584"/>
                  <a:ext cx="370614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BA71B7C-4FA7-3955-4B8D-AB2B596E4E43}"/>
                    </a:ext>
                  </a:extLst>
                </p:cNvPr>
                <p:cNvSpPr txBox="1"/>
                <p:nvPr/>
              </p:nvSpPr>
              <p:spPr>
                <a:xfrm>
                  <a:off x="11895773" y="6817718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BA71B7C-4FA7-3955-4B8D-AB2B596E4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95773" y="6817718"/>
                  <a:ext cx="370614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E63D13C0-1B15-844B-5B79-0DAAE6A3DCDE}"/>
                </a:ext>
              </a:extLst>
            </p:cNvPr>
            <p:cNvGrpSpPr/>
            <p:nvPr/>
          </p:nvGrpSpPr>
          <p:grpSpPr>
            <a:xfrm>
              <a:off x="3928533" y="13944571"/>
              <a:ext cx="3028152" cy="2646500"/>
              <a:chOff x="3987216" y="15653623"/>
              <a:chExt cx="3028152" cy="2646500"/>
            </a:xfrm>
          </p:grpSpPr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A20FD508-69D2-C9A5-06F3-25EAB678344B}"/>
                  </a:ext>
                </a:extLst>
              </p:cNvPr>
              <p:cNvGrpSpPr/>
              <p:nvPr/>
            </p:nvGrpSpPr>
            <p:grpSpPr>
              <a:xfrm>
                <a:off x="3989333" y="15653623"/>
                <a:ext cx="2826045" cy="1390026"/>
                <a:chOff x="2913148" y="16094723"/>
                <a:chExt cx="3866224" cy="1854972"/>
              </a:xfrm>
            </p:grpSpPr>
            <p:pic>
              <p:nvPicPr>
                <p:cNvPr id="60" name="Picture 8" descr="undefined">
                  <a:extLst>
                    <a:ext uri="{FF2B5EF4-FFF2-40B4-BE49-F238E27FC236}">
                      <a16:creationId xmlns:a16="http://schemas.microsoft.com/office/drawing/2014/main" id="{CC871FBB-C08D-1163-B99F-58B42AA663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3131385" y="16312467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CD32B943-819E-E530-E7C0-BCD305E00B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0525" y="16459200"/>
                  <a:ext cx="171132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CA7054BB-803D-2E08-F3D7-6EA329160F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950" y="16459199"/>
                  <a:ext cx="0" cy="91016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DAB39ABB-7E05-BB4E-80CA-D546CD58F0FD}"/>
                    </a:ext>
                  </a:extLst>
                </p:cNvPr>
                <p:cNvSpPr/>
                <p:nvPr/>
              </p:nvSpPr>
              <p:spPr>
                <a:xfrm>
                  <a:off x="2991961" y="16426429"/>
                  <a:ext cx="62547" cy="6101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95" name="Picture 8" descr="undefined">
                  <a:extLst>
                    <a:ext uri="{FF2B5EF4-FFF2-40B4-BE49-F238E27FC236}">
                      <a16:creationId xmlns:a16="http://schemas.microsoft.com/office/drawing/2014/main" id="{41C02EA0-B5D2-445C-AD1A-3EB4A8F610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4036533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284E4819-8B95-4417-FDD0-DED069E35C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0406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A8ABBE2-B85D-F4B9-30B0-DB7C81E89258}"/>
                    </a:ext>
                  </a:extLst>
                </p:cNvPr>
                <p:cNvSpPr txBox="1"/>
                <p:nvPr/>
              </p:nvSpPr>
              <p:spPr>
                <a:xfrm>
                  <a:off x="4567715" y="16094723"/>
                  <a:ext cx="603518" cy="5339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</a:p>
              </p:txBody>
            </p:sp>
            <p:pic>
              <p:nvPicPr>
                <p:cNvPr id="102" name="Picture 8" descr="undefined">
                  <a:extLst>
                    <a:ext uri="{FF2B5EF4-FFF2-40B4-BE49-F238E27FC236}">
                      <a16:creationId xmlns:a16="http://schemas.microsoft.com/office/drawing/2014/main" id="{2E551C88-903C-A6C2-5AC3-1531DB2A063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5288169" y="16315121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DA125F75-066A-9660-D753-47C9D830B4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7740" y="16456935"/>
                  <a:ext cx="928777" cy="45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73710BCD-6781-97E3-FF04-F91812A02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9451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9" name="Picture 8" descr="undefined">
                  <a:extLst>
                    <a:ext uri="{FF2B5EF4-FFF2-40B4-BE49-F238E27FC236}">
                      <a16:creationId xmlns:a16="http://schemas.microsoft.com/office/drawing/2014/main" id="{AE94403A-A758-BE59-DF7D-C95F04F248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6136860" y="16320215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BB35B75C-B9CC-C731-D0D7-7C624BA60C2A}"/>
                    </a:ext>
                  </a:extLst>
                </p:cNvPr>
                <p:cNvCxnSpPr>
                  <a:cxnSpLocks/>
                  <a:stCxn id="109" idx="2"/>
                  <a:endCxn id="1080" idx="2"/>
                </p:cNvCxnSpPr>
                <p:nvPr/>
              </p:nvCxnSpPr>
              <p:spPr>
                <a:xfrm>
                  <a:off x="6671243" y="17028860"/>
                  <a:ext cx="4" cy="9208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66" name="Group 1065">
                <a:extLst>
                  <a:ext uri="{FF2B5EF4-FFF2-40B4-BE49-F238E27FC236}">
                    <a16:creationId xmlns:a16="http://schemas.microsoft.com/office/drawing/2014/main" id="{162B39A8-02C4-AE16-82F2-D78EB5C25AB4}"/>
                  </a:ext>
                </a:extLst>
              </p:cNvPr>
              <p:cNvGrpSpPr/>
              <p:nvPr/>
            </p:nvGrpSpPr>
            <p:grpSpPr>
              <a:xfrm>
                <a:off x="3989336" y="16343652"/>
                <a:ext cx="2826045" cy="1402280"/>
                <a:chOff x="2913148" y="16094723"/>
                <a:chExt cx="3866224" cy="1871326"/>
              </a:xfrm>
            </p:grpSpPr>
            <p:pic>
              <p:nvPicPr>
                <p:cNvPr id="1067" name="Picture 8" descr="undefined">
                  <a:extLst>
                    <a:ext uri="{FF2B5EF4-FFF2-40B4-BE49-F238E27FC236}">
                      <a16:creationId xmlns:a16="http://schemas.microsoft.com/office/drawing/2014/main" id="{F82A7643-BD8B-B023-D158-690762A270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3131385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68" name="Straight Connector 1067">
                  <a:extLst>
                    <a:ext uri="{FF2B5EF4-FFF2-40B4-BE49-F238E27FC236}">
                      <a16:creationId xmlns:a16="http://schemas.microsoft.com/office/drawing/2014/main" id="{23A11DFD-8561-E5C1-F22E-D36335597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0525" y="16459200"/>
                  <a:ext cx="171132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9" name="Straight Connector 1068">
                  <a:extLst>
                    <a:ext uri="{FF2B5EF4-FFF2-40B4-BE49-F238E27FC236}">
                      <a16:creationId xmlns:a16="http://schemas.microsoft.com/office/drawing/2014/main" id="{12F15AAF-A8E8-93C0-3299-2686DB6EE4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950" y="16459199"/>
                  <a:ext cx="0" cy="91016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72" name="Picture 8" descr="undefined">
                  <a:extLst>
                    <a:ext uri="{FF2B5EF4-FFF2-40B4-BE49-F238E27FC236}">
                      <a16:creationId xmlns:a16="http://schemas.microsoft.com/office/drawing/2014/main" id="{13EE8D34-5F55-FAA8-59F3-8EF1360132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4036533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73" name="Straight Connector 1072">
                  <a:extLst>
                    <a:ext uri="{FF2B5EF4-FFF2-40B4-BE49-F238E27FC236}">
                      <a16:creationId xmlns:a16="http://schemas.microsoft.com/office/drawing/2014/main" id="{C3F65E36-5D6F-12E6-1FC5-E18E9632E5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0406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76" name="TextBox 1075">
                  <a:extLst>
                    <a:ext uri="{FF2B5EF4-FFF2-40B4-BE49-F238E27FC236}">
                      <a16:creationId xmlns:a16="http://schemas.microsoft.com/office/drawing/2014/main" id="{B810B3E8-A350-AE8E-69E9-FD54E5E8D625}"/>
                    </a:ext>
                  </a:extLst>
                </p:cNvPr>
                <p:cNvSpPr txBox="1"/>
                <p:nvPr/>
              </p:nvSpPr>
              <p:spPr>
                <a:xfrm>
                  <a:off x="4567715" y="16094723"/>
                  <a:ext cx="603518" cy="5339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</a:p>
              </p:txBody>
            </p:sp>
            <p:pic>
              <p:nvPicPr>
                <p:cNvPr id="1077" name="Picture 8" descr="undefined">
                  <a:extLst>
                    <a:ext uri="{FF2B5EF4-FFF2-40B4-BE49-F238E27FC236}">
                      <a16:creationId xmlns:a16="http://schemas.microsoft.com/office/drawing/2014/main" id="{B56B6805-C08B-6276-4B8C-1F112ECAAF0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5288169" y="16315121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8DBC4D9A-1EBE-023A-76FC-2603881A4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7740" y="16456935"/>
                  <a:ext cx="928777" cy="45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9" name="Straight Connector 1078">
                  <a:extLst>
                    <a:ext uri="{FF2B5EF4-FFF2-40B4-BE49-F238E27FC236}">
                      <a16:creationId xmlns:a16="http://schemas.microsoft.com/office/drawing/2014/main" id="{46674B2D-0E0D-6D3F-45B1-95228E80FD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9451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80" name="Picture 8" descr="undefined">
                  <a:extLst>
                    <a:ext uri="{FF2B5EF4-FFF2-40B4-BE49-F238E27FC236}">
                      <a16:creationId xmlns:a16="http://schemas.microsoft.com/office/drawing/2014/main" id="{61C43793-5257-BF5F-0653-469B384512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6136860" y="16320215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716B5165-C1DF-B9C8-A8FF-63F82BEF0309}"/>
                    </a:ext>
                  </a:extLst>
                </p:cNvPr>
                <p:cNvCxnSpPr>
                  <a:cxnSpLocks/>
                  <a:stCxn id="1080" idx="2"/>
                </p:cNvCxnSpPr>
                <p:nvPr/>
              </p:nvCxnSpPr>
              <p:spPr>
                <a:xfrm flipH="1">
                  <a:off x="6669655" y="17035862"/>
                  <a:ext cx="1588" cy="9301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71A2DE40-CB40-5C77-0814-100D0D3E8F9B}"/>
                  </a:ext>
                </a:extLst>
              </p:cNvPr>
              <p:cNvGrpSpPr/>
              <p:nvPr/>
            </p:nvGrpSpPr>
            <p:grpSpPr>
              <a:xfrm>
                <a:off x="3987216" y="17325271"/>
                <a:ext cx="2826045" cy="974852"/>
                <a:chOff x="2913148" y="16094723"/>
                <a:chExt cx="3866224" cy="1300929"/>
              </a:xfrm>
            </p:grpSpPr>
            <p:pic>
              <p:nvPicPr>
                <p:cNvPr id="1087" name="Picture 8" descr="undefined">
                  <a:extLst>
                    <a:ext uri="{FF2B5EF4-FFF2-40B4-BE49-F238E27FC236}">
                      <a16:creationId xmlns:a16="http://schemas.microsoft.com/office/drawing/2014/main" id="{7A915DBE-53FE-2250-9DC4-27BBF05B3AD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3131385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88" name="Straight Connector 1087">
                  <a:extLst>
                    <a:ext uri="{FF2B5EF4-FFF2-40B4-BE49-F238E27FC236}">
                      <a16:creationId xmlns:a16="http://schemas.microsoft.com/office/drawing/2014/main" id="{E938A717-84ED-4F0B-1A3B-A229ACCBD0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0525" y="16459200"/>
                  <a:ext cx="171132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9" name="Straight Connector 1088">
                  <a:extLst>
                    <a:ext uri="{FF2B5EF4-FFF2-40B4-BE49-F238E27FC236}">
                      <a16:creationId xmlns:a16="http://schemas.microsoft.com/office/drawing/2014/main" id="{E4A59B6B-4BD1-8C8B-6CC0-D7A71AB5F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950" y="16459199"/>
                  <a:ext cx="0" cy="91016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92" name="Picture 8" descr="undefined">
                  <a:extLst>
                    <a:ext uri="{FF2B5EF4-FFF2-40B4-BE49-F238E27FC236}">
                      <a16:creationId xmlns:a16="http://schemas.microsoft.com/office/drawing/2014/main" id="{ABF56793-6185-7414-F31D-5271604E94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4036533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93" name="Straight Connector 1092">
                  <a:extLst>
                    <a:ext uri="{FF2B5EF4-FFF2-40B4-BE49-F238E27FC236}">
                      <a16:creationId xmlns:a16="http://schemas.microsoft.com/office/drawing/2014/main" id="{72287EAC-E45D-DEDB-F031-ECF7E0C75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0406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5" name="Oval 1094">
                  <a:extLst>
                    <a:ext uri="{FF2B5EF4-FFF2-40B4-BE49-F238E27FC236}">
                      <a16:creationId xmlns:a16="http://schemas.microsoft.com/office/drawing/2014/main" id="{403626DB-8600-D799-A8C4-D8814CD986F9}"/>
                    </a:ext>
                  </a:extLst>
                </p:cNvPr>
                <p:cNvSpPr/>
                <p:nvPr/>
              </p:nvSpPr>
              <p:spPr>
                <a:xfrm>
                  <a:off x="3912554" y="1643776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6" name="TextBox 1095">
                  <a:extLst>
                    <a:ext uri="{FF2B5EF4-FFF2-40B4-BE49-F238E27FC236}">
                      <a16:creationId xmlns:a16="http://schemas.microsoft.com/office/drawing/2014/main" id="{D8C89A1A-5EBB-C56F-F897-E12F7FD0F9FA}"/>
                    </a:ext>
                  </a:extLst>
                </p:cNvPr>
                <p:cNvSpPr txBox="1"/>
                <p:nvPr/>
              </p:nvSpPr>
              <p:spPr>
                <a:xfrm>
                  <a:off x="4567715" y="16094723"/>
                  <a:ext cx="603518" cy="5339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</a:p>
              </p:txBody>
            </p:sp>
            <p:pic>
              <p:nvPicPr>
                <p:cNvPr id="1097" name="Picture 8" descr="undefined">
                  <a:extLst>
                    <a:ext uri="{FF2B5EF4-FFF2-40B4-BE49-F238E27FC236}">
                      <a16:creationId xmlns:a16="http://schemas.microsoft.com/office/drawing/2014/main" id="{C9450E8A-2C6C-267C-609A-A335D9371C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5288169" y="16315121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98" name="Straight Connector 1097">
                  <a:extLst>
                    <a:ext uri="{FF2B5EF4-FFF2-40B4-BE49-F238E27FC236}">
                      <a16:creationId xmlns:a16="http://schemas.microsoft.com/office/drawing/2014/main" id="{152B376D-56DA-A7C4-9C19-1A896D9359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7740" y="16456935"/>
                  <a:ext cx="928777" cy="45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9" name="Straight Connector 1098">
                  <a:extLst>
                    <a:ext uri="{FF2B5EF4-FFF2-40B4-BE49-F238E27FC236}">
                      <a16:creationId xmlns:a16="http://schemas.microsoft.com/office/drawing/2014/main" id="{6C9F4EA3-8A4B-C77B-092A-9D116FC3C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9451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100" name="Picture 8" descr="undefined">
                  <a:extLst>
                    <a:ext uri="{FF2B5EF4-FFF2-40B4-BE49-F238E27FC236}">
                      <a16:creationId xmlns:a16="http://schemas.microsoft.com/office/drawing/2014/main" id="{2EC348C9-BBAE-D9B1-A936-1245F4C574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6136860" y="16320215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101" name="Straight Connector 1100">
                  <a:extLst>
                    <a:ext uri="{FF2B5EF4-FFF2-40B4-BE49-F238E27FC236}">
                      <a16:creationId xmlns:a16="http://schemas.microsoft.com/office/drawing/2014/main" id="{35D99838-62BE-2527-7500-47FB8D9B289D}"/>
                    </a:ext>
                  </a:extLst>
                </p:cNvPr>
                <p:cNvCxnSpPr>
                  <a:cxnSpLocks/>
                  <a:stCxn id="1100" idx="2"/>
                </p:cNvCxnSpPr>
                <p:nvPr/>
              </p:nvCxnSpPr>
              <p:spPr>
                <a:xfrm>
                  <a:off x="6671243" y="17028861"/>
                  <a:ext cx="1" cy="3667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2" name="Oval 1101">
                  <a:extLst>
                    <a:ext uri="{FF2B5EF4-FFF2-40B4-BE49-F238E27FC236}">
                      <a16:creationId xmlns:a16="http://schemas.microsoft.com/office/drawing/2014/main" id="{542A8DC0-6F9D-C41E-EBCC-01CCCFBE6F59}"/>
                    </a:ext>
                  </a:extLst>
                </p:cNvPr>
                <p:cNvSpPr/>
                <p:nvPr/>
              </p:nvSpPr>
              <p:spPr>
                <a:xfrm>
                  <a:off x="5796591" y="16994912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4" name="Oval 1103">
                  <a:extLst>
                    <a:ext uri="{FF2B5EF4-FFF2-40B4-BE49-F238E27FC236}">
                      <a16:creationId xmlns:a16="http://schemas.microsoft.com/office/drawing/2014/main" id="{4B3B13C5-8ED1-177B-BD77-B2F31F0C424B}"/>
                    </a:ext>
                  </a:extLst>
                </p:cNvPr>
                <p:cNvSpPr/>
                <p:nvPr/>
              </p:nvSpPr>
              <p:spPr>
                <a:xfrm>
                  <a:off x="6002129" y="16442457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5" name="Oval 1104">
                  <a:extLst>
                    <a:ext uri="{FF2B5EF4-FFF2-40B4-BE49-F238E27FC236}">
                      <a16:creationId xmlns:a16="http://schemas.microsoft.com/office/drawing/2014/main" id="{AD24F762-3648-433F-0E56-F4BFD9953777}"/>
                    </a:ext>
                  </a:extLst>
                </p:cNvPr>
                <p:cNvSpPr/>
                <p:nvPr/>
              </p:nvSpPr>
              <p:spPr>
                <a:xfrm>
                  <a:off x="6646795" y="17003007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AB347BF4-F234-4F28-3ED5-F73F570FC90F}"/>
                  </a:ext>
                </a:extLst>
              </p:cNvPr>
              <p:cNvSpPr txBox="1"/>
              <p:nvPr/>
            </p:nvSpPr>
            <p:spPr>
              <a:xfrm rot="5400000">
                <a:off x="4395394" y="17237396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108" name="TextBox 1107">
                <a:extLst>
                  <a:ext uri="{FF2B5EF4-FFF2-40B4-BE49-F238E27FC236}">
                    <a16:creationId xmlns:a16="http://schemas.microsoft.com/office/drawing/2014/main" id="{6B2BA387-B61D-95B7-23BC-071B2CF8C2CB}"/>
                  </a:ext>
                </a:extLst>
              </p:cNvPr>
              <p:cNvSpPr txBox="1"/>
              <p:nvPr/>
            </p:nvSpPr>
            <p:spPr>
              <a:xfrm rot="5400000">
                <a:off x="5058855" y="1723839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109" name="TextBox 1108">
                <a:extLst>
                  <a:ext uri="{FF2B5EF4-FFF2-40B4-BE49-F238E27FC236}">
                    <a16:creationId xmlns:a16="http://schemas.microsoft.com/office/drawing/2014/main" id="{DBCED22F-C7CA-599A-BA4A-3C3A35663C13}"/>
                  </a:ext>
                </a:extLst>
              </p:cNvPr>
              <p:cNvSpPr txBox="1"/>
              <p:nvPr/>
            </p:nvSpPr>
            <p:spPr>
              <a:xfrm rot="5400000">
                <a:off x="5974815" y="17229105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111" name="TextBox 1110">
                <a:extLst>
                  <a:ext uri="{FF2B5EF4-FFF2-40B4-BE49-F238E27FC236}">
                    <a16:creationId xmlns:a16="http://schemas.microsoft.com/office/drawing/2014/main" id="{E9CCBA6F-4571-482B-D788-26395139CFD4}"/>
                  </a:ext>
                </a:extLst>
              </p:cNvPr>
              <p:cNvSpPr txBox="1"/>
              <p:nvPr/>
            </p:nvSpPr>
            <p:spPr>
              <a:xfrm rot="5400000">
                <a:off x="6594740" y="17678542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112" name="Oval 1111">
                <a:extLst>
                  <a:ext uri="{FF2B5EF4-FFF2-40B4-BE49-F238E27FC236}">
                    <a16:creationId xmlns:a16="http://schemas.microsoft.com/office/drawing/2014/main" id="{DC876063-CB5C-2B39-A133-9AD5CC1B068B}"/>
                  </a:ext>
                </a:extLst>
              </p:cNvPr>
              <p:cNvSpPr/>
              <p:nvPr/>
            </p:nvSpPr>
            <p:spPr>
              <a:xfrm>
                <a:off x="4512804" y="1631206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373B4BA6-96D4-B2C0-8013-B981B0B6A5F4}"/>
                  </a:ext>
                </a:extLst>
              </p:cNvPr>
              <p:cNvSpPr/>
              <p:nvPr/>
            </p:nvSpPr>
            <p:spPr>
              <a:xfrm>
                <a:off x="4712196" y="1591061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4" name="Oval 1113">
                <a:extLst>
                  <a:ext uri="{FF2B5EF4-FFF2-40B4-BE49-F238E27FC236}">
                    <a16:creationId xmlns:a16="http://schemas.microsoft.com/office/drawing/2014/main" id="{87340396-62FA-2C51-1265-F2BBBC5A97A5}"/>
                  </a:ext>
                </a:extLst>
              </p:cNvPr>
              <p:cNvSpPr/>
              <p:nvPr/>
            </p:nvSpPr>
            <p:spPr>
              <a:xfrm>
                <a:off x="5176582" y="1631469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5" name="Oval 1114">
                <a:extLst>
                  <a:ext uri="{FF2B5EF4-FFF2-40B4-BE49-F238E27FC236}">
                    <a16:creationId xmlns:a16="http://schemas.microsoft.com/office/drawing/2014/main" id="{47703137-070A-24A6-5C38-3D80E20541F4}"/>
                  </a:ext>
                </a:extLst>
              </p:cNvPr>
              <p:cNvSpPr/>
              <p:nvPr/>
            </p:nvSpPr>
            <p:spPr>
              <a:xfrm>
                <a:off x="5624653" y="1590327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6" name="Oval 1115">
                <a:extLst>
                  <a:ext uri="{FF2B5EF4-FFF2-40B4-BE49-F238E27FC236}">
                    <a16:creationId xmlns:a16="http://schemas.microsoft.com/office/drawing/2014/main" id="{AE7FC917-9A9A-9F9D-59F7-30C8A909D701}"/>
                  </a:ext>
                </a:extLst>
              </p:cNvPr>
              <p:cNvSpPr/>
              <p:nvPr/>
            </p:nvSpPr>
            <p:spPr>
              <a:xfrm>
                <a:off x="6090215" y="163157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7" name="Oval 1116">
                <a:extLst>
                  <a:ext uri="{FF2B5EF4-FFF2-40B4-BE49-F238E27FC236}">
                    <a16:creationId xmlns:a16="http://schemas.microsoft.com/office/drawing/2014/main" id="{B598D029-E99E-2100-3AFF-0493DA24259F}"/>
                  </a:ext>
                </a:extLst>
              </p:cNvPr>
              <p:cNvSpPr/>
              <p:nvPr/>
            </p:nvSpPr>
            <p:spPr>
              <a:xfrm>
                <a:off x="6243232" y="1590768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8" name="Oval 1117">
                <a:extLst>
                  <a:ext uri="{FF2B5EF4-FFF2-40B4-BE49-F238E27FC236}">
                    <a16:creationId xmlns:a16="http://schemas.microsoft.com/office/drawing/2014/main" id="{D1A2B3DF-2FBD-D569-E21D-8DA80D8E7579}"/>
                  </a:ext>
                </a:extLst>
              </p:cNvPr>
              <p:cNvSpPr/>
              <p:nvPr/>
            </p:nvSpPr>
            <p:spPr>
              <a:xfrm>
                <a:off x="6713557" y="1632888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0" name="Oval 1119">
                <a:extLst>
                  <a:ext uri="{FF2B5EF4-FFF2-40B4-BE49-F238E27FC236}">
                    <a16:creationId xmlns:a16="http://schemas.microsoft.com/office/drawing/2014/main" id="{1AF39ECE-4632-4118-F6AB-5F61D617867D}"/>
                  </a:ext>
                </a:extLst>
              </p:cNvPr>
              <p:cNvSpPr/>
              <p:nvPr/>
            </p:nvSpPr>
            <p:spPr>
              <a:xfrm>
                <a:off x="4042427" y="1659251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1" name="Oval 1120">
                <a:extLst>
                  <a:ext uri="{FF2B5EF4-FFF2-40B4-BE49-F238E27FC236}">
                    <a16:creationId xmlns:a16="http://schemas.microsoft.com/office/drawing/2014/main" id="{647C91C3-30AD-4534-63AC-16B6360F5677}"/>
                  </a:ext>
                </a:extLst>
              </p:cNvPr>
              <p:cNvSpPr/>
              <p:nvPr/>
            </p:nvSpPr>
            <p:spPr>
              <a:xfrm>
                <a:off x="4511465" y="1700670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2" name="Oval 1121">
                <a:extLst>
                  <a:ext uri="{FF2B5EF4-FFF2-40B4-BE49-F238E27FC236}">
                    <a16:creationId xmlns:a16="http://schemas.microsoft.com/office/drawing/2014/main" id="{710389D1-B5DA-845D-DA36-5E23A889F631}"/>
                  </a:ext>
                </a:extLst>
              </p:cNvPr>
              <p:cNvSpPr/>
              <p:nvPr/>
            </p:nvSpPr>
            <p:spPr>
              <a:xfrm>
                <a:off x="4711588" y="1659251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3" name="Oval 1122">
                <a:extLst>
                  <a:ext uri="{FF2B5EF4-FFF2-40B4-BE49-F238E27FC236}">
                    <a16:creationId xmlns:a16="http://schemas.microsoft.com/office/drawing/2014/main" id="{0490F96E-256F-78F8-5040-BF53DF75D36F}"/>
                  </a:ext>
                </a:extLst>
              </p:cNvPr>
              <p:cNvSpPr/>
              <p:nvPr/>
            </p:nvSpPr>
            <p:spPr>
              <a:xfrm>
                <a:off x="5176582" y="1700923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4" name="Oval 1123">
                <a:extLst>
                  <a:ext uri="{FF2B5EF4-FFF2-40B4-BE49-F238E27FC236}">
                    <a16:creationId xmlns:a16="http://schemas.microsoft.com/office/drawing/2014/main" id="{EA151838-4612-2A76-2F66-626A24050371}"/>
                  </a:ext>
                </a:extLst>
              </p:cNvPr>
              <p:cNvSpPr/>
              <p:nvPr/>
            </p:nvSpPr>
            <p:spPr>
              <a:xfrm>
                <a:off x="5614783" y="1659348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5" name="Oval 1124">
                <a:extLst>
                  <a:ext uri="{FF2B5EF4-FFF2-40B4-BE49-F238E27FC236}">
                    <a16:creationId xmlns:a16="http://schemas.microsoft.com/office/drawing/2014/main" id="{AA6D8701-59EB-11DD-76A7-1729471540F6}"/>
                  </a:ext>
                </a:extLst>
              </p:cNvPr>
              <p:cNvSpPr/>
              <p:nvPr/>
            </p:nvSpPr>
            <p:spPr>
              <a:xfrm>
                <a:off x="6085990" y="1700353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" name="Oval 1125">
                <a:extLst>
                  <a:ext uri="{FF2B5EF4-FFF2-40B4-BE49-F238E27FC236}">
                    <a16:creationId xmlns:a16="http://schemas.microsoft.com/office/drawing/2014/main" id="{5B51D9A9-0000-19A1-6E25-678D0C7FA3F0}"/>
                  </a:ext>
                </a:extLst>
              </p:cNvPr>
              <p:cNvSpPr/>
              <p:nvPr/>
            </p:nvSpPr>
            <p:spPr>
              <a:xfrm>
                <a:off x="6243098" y="1659562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7" name="Oval 1126">
                <a:extLst>
                  <a:ext uri="{FF2B5EF4-FFF2-40B4-BE49-F238E27FC236}">
                    <a16:creationId xmlns:a16="http://schemas.microsoft.com/office/drawing/2014/main" id="{250CC6A5-8840-08B9-16DE-45EB43D60D05}"/>
                  </a:ext>
                </a:extLst>
              </p:cNvPr>
              <p:cNvSpPr/>
              <p:nvPr/>
            </p:nvSpPr>
            <p:spPr>
              <a:xfrm>
                <a:off x="6713557" y="1701349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FCAE3A77-44CA-E2AC-4309-862F9FCDA7A5}"/>
                  </a:ext>
                </a:extLst>
              </p:cNvPr>
              <p:cNvSpPr/>
              <p:nvPr/>
            </p:nvSpPr>
            <p:spPr>
              <a:xfrm>
                <a:off x="4042426" y="1757383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9" name="Oval 1128">
                <a:extLst>
                  <a:ext uri="{FF2B5EF4-FFF2-40B4-BE49-F238E27FC236}">
                    <a16:creationId xmlns:a16="http://schemas.microsoft.com/office/drawing/2014/main" id="{A427A6AC-015D-850B-36EE-86DB7D0EA0B2}"/>
                  </a:ext>
                </a:extLst>
              </p:cNvPr>
              <p:cNvSpPr/>
              <p:nvPr/>
            </p:nvSpPr>
            <p:spPr>
              <a:xfrm>
                <a:off x="4510687" y="179956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0" name="Oval 1129">
                <a:extLst>
                  <a:ext uri="{FF2B5EF4-FFF2-40B4-BE49-F238E27FC236}">
                    <a16:creationId xmlns:a16="http://schemas.microsoft.com/office/drawing/2014/main" id="{85C0E9BA-F7FA-F5C3-A62E-81825A4666DD}"/>
                  </a:ext>
                </a:extLst>
              </p:cNvPr>
              <p:cNvSpPr/>
              <p:nvPr/>
            </p:nvSpPr>
            <p:spPr>
              <a:xfrm>
                <a:off x="4707471" y="1757781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69F5AEAE-1776-6738-0BA7-5F1D1AC33571}"/>
                  </a:ext>
                </a:extLst>
              </p:cNvPr>
              <p:cNvSpPr/>
              <p:nvPr/>
            </p:nvSpPr>
            <p:spPr>
              <a:xfrm>
                <a:off x="5173406" y="179956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id="{D38A5F87-D0E0-7EA6-08A8-8B40863671E4}"/>
                  </a:ext>
                </a:extLst>
              </p:cNvPr>
              <p:cNvSpPr/>
              <p:nvPr/>
            </p:nvSpPr>
            <p:spPr>
              <a:xfrm>
                <a:off x="5617059" y="175738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id="{675DD786-9496-64FF-042D-83DFEEFC4FDF}"/>
                  </a:ext>
                </a:extLst>
              </p:cNvPr>
              <p:cNvSpPr/>
              <p:nvPr/>
            </p:nvSpPr>
            <p:spPr>
              <a:xfrm>
                <a:off x="6087527" y="179950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4" name="Oval 1133">
                <a:extLst>
                  <a:ext uri="{FF2B5EF4-FFF2-40B4-BE49-F238E27FC236}">
                    <a16:creationId xmlns:a16="http://schemas.microsoft.com/office/drawing/2014/main" id="{3290C267-547A-8A11-BB57-7A7BF7828274}"/>
                  </a:ext>
                </a:extLst>
              </p:cNvPr>
              <p:cNvSpPr/>
              <p:nvPr/>
            </p:nvSpPr>
            <p:spPr>
              <a:xfrm>
                <a:off x="6234047" y="1757212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5" name="Oval 1134">
                <a:extLst>
                  <a:ext uri="{FF2B5EF4-FFF2-40B4-BE49-F238E27FC236}">
                    <a16:creationId xmlns:a16="http://schemas.microsoft.com/office/drawing/2014/main" id="{B78CFC10-774D-0859-0501-B293EF54D04D}"/>
                  </a:ext>
                </a:extLst>
              </p:cNvPr>
              <p:cNvSpPr/>
              <p:nvPr/>
            </p:nvSpPr>
            <p:spPr>
              <a:xfrm>
                <a:off x="6710202" y="1799817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41C64045-E9A3-DE6E-116F-71D42433742B}"/>
                    </a:ext>
                  </a:extLst>
                </p:cNvPr>
                <p:cNvSpPr txBox="1"/>
                <p:nvPr/>
              </p:nvSpPr>
              <p:spPr>
                <a:xfrm>
                  <a:off x="3978623" y="14475782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41C64045-E9A3-DE6E-116F-71D424337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8623" y="14475782"/>
                  <a:ext cx="495497" cy="31720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8" name="TextBox 1137">
                  <a:extLst>
                    <a:ext uri="{FF2B5EF4-FFF2-40B4-BE49-F238E27FC236}">
                      <a16:creationId xmlns:a16="http://schemas.microsoft.com/office/drawing/2014/main" id="{FC36E3A3-1478-0008-73D1-05F693F2FC8D}"/>
                    </a:ext>
                  </a:extLst>
                </p:cNvPr>
                <p:cNvSpPr txBox="1"/>
                <p:nvPr/>
              </p:nvSpPr>
              <p:spPr>
                <a:xfrm>
                  <a:off x="4624049" y="14480529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38" name="TextBox 1137">
                  <a:extLst>
                    <a:ext uri="{FF2B5EF4-FFF2-40B4-BE49-F238E27FC236}">
                      <a16:creationId xmlns:a16="http://schemas.microsoft.com/office/drawing/2014/main" id="{FC36E3A3-1478-0008-73D1-05F693F2F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4049" y="14480529"/>
                  <a:ext cx="495497" cy="31720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FC89350A-67BD-5007-A216-A81D92B790E6}"/>
                    </a:ext>
                  </a:extLst>
                </p:cNvPr>
                <p:cNvSpPr txBox="1"/>
                <p:nvPr/>
              </p:nvSpPr>
              <p:spPr>
                <a:xfrm>
                  <a:off x="5430852" y="1446610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FC89350A-67BD-5007-A216-A81D92B79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852" y="14466104"/>
                  <a:ext cx="495497" cy="324384"/>
                </a:xfrm>
                <a:prstGeom prst="rect">
                  <a:avLst/>
                </a:prstGeom>
                <a:blipFill>
                  <a:blip r:embed="rId30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0" name="TextBox 1139">
                  <a:extLst>
                    <a:ext uri="{FF2B5EF4-FFF2-40B4-BE49-F238E27FC236}">
                      <a16:creationId xmlns:a16="http://schemas.microsoft.com/office/drawing/2014/main" id="{5BADD072-168E-484E-20F7-FB9E58E3BBBF}"/>
                    </a:ext>
                  </a:extLst>
                </p:cNvPr>
                <p:cNvSpPr txBox="1"/>
                <p:nvPr/>
              </p:nvSpPr>
              <p:spPr>
                <a:xfrm>
                  <a:off x="6170919" y="14459353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0" name="TextBox 1139">
                  <a:extLst>
                    <a:ext uri="{FF2B5EF4-FFF2-40B4-BE49-F238E27FC236}">
                      <a16:creationId xmlns:a16="http://schemas.microsoft.com/office/drawing/2014/main" id="{5BADD072-168E-484E-20F7-FB9E58E3B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0919" y="14459353"/>
                  <a:ext cx="495497" cy="32438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20AFF26F-4DD4-732E-36D3-F1B1827E4209}"/>
                    </a:ext>
                  </a:extLst>
                </p:cNvPr>
                <p:cNvSpPr txBox="1"/>
                <p:nvPr/>
              </p:nvSpPr>
              <p:spPr>
                <a:xfrm>
                  <a:off x="3995165" y="15191563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20AFF26F-4DD4-732E-36D3-F1B1827E4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5165" y="15191563"/>
                  <a:ext cx="495497" cy="31720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2" name="TextBox 1141">
                  <a:extLst>
                    <a:ext uri="{FF2B5EF4-FFF2-40B4-BE49-F238E27FC236}">
                      <a16:creationId xmlns:a16="http://schemas.microsoft.com/office/drawing/2014/main" id="{ADA8DFB9-0A9C-C6E6-DD6B-A90A48851964}"/>
                    </a:ext>
                  </a:extLst>
                </p:cNvPr>
                <p:cNvSpPr txBox="1"/>
                <p:nvPr/>
              </p:nvSpPr>
              <p:spPr>
                <a:xfrm>
                  <a:off x="4645557" y="15190289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2" name="TextBox 1141">
                  <a:extLst>
                    <a:ext uri="{FF2B5EF4-FFF2-40B4-BE49-F238E27FC236}">
                      <a16:creationId xmlns:a16="http://schemas.microsoft.com/office/drawing/2014/main" id="{ADA8DFB9-0A9C-C6E6-DD6B-A90A48851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557" y="15190289"/>
                  <a:ext cx="495497" cy="317203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B080B71D-1B5D-ACBD-B889-27C05151208D}"/>
                    </a:ext>
                  </a:extLst>
                </p:cNvPr>
                <p:cNvSpPr txBox="1"/>
                <p:nvPr/>
              </p:nvSpPr>
              <p:spPr>
                <a:xfrm>
                  <a:off x="5441065" y="15190068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B080B71D-1B5D-ACBD-B889-27C051512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1065" y="15190068"/>
                  <a:ext cx="495497" cy="324384"/>
                </a:xfrm>
                <a:prstGeom prst="rect">
                  <a:avLst/>
                </a:prstGeom>
                <a:blipFill>
                  <a:blip r:embed="rId34"/>
                  <a:stretch>
                    <a:fillRect r="-197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4" name="TextBox 1143">
                  <a:extLst>
                    <a:ext uri="{FF2B5EF4-FFF2-40B4-BE49-F238E27FC236}">
                      <a16:creationId xmlns:a16="http://schemas.microsoft.com/office/drawing/2014/main" id="{F410A45A-22A4-084B-F1EF-822843EB4FB2}"/>
                    </a:ext>
                  </a:extLst>
                </p:cNvPr>
                <p:cNvSpPr txBox="1"/>
                <p:nvPr/>
              </p:nvSpPr>
              <p:spPr>
                <a:xfrm>
                  <a:off x="6157438" y="1518070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4" name="TextBox 1143">
                  <a:extLst>
                    <a:ext uri="{FF2B5EF4-FFF2-40B4-BE49-F238E27FC236}">
                      <a16:creationId xmlns:a16="http://schemas.microsoft.com/office/drawing/2014/main" id="{F410A45A-22A4-084B-F1EF-822843EB4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7438" y="15180704"/>
                  <a:ext cx="495497" cy="32438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5" name="TextBox 1144">
                  <a:extLst>
                    <a:ext uri="{FF2B5EF4-FFF2-40B4-BE49-F238E27FC236}">
                      <a16:creationId xmlns:a16="http://schemas.microsoft.com/office/drawing/2014/main" id="{31AEC46F-2A79-577C-4BDC-873CA96309E6}"/>
                    </a:ext>
                  </a:extLst>
                </p:cNvPr>
                <p:cNvSpPr txBox="1"/>
                <p:nvPr/>
              </p:nvSpPr>
              <p:spPr>
                <a:xfrm>
                  <a:off x="6165318" y="1615402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5" name="TextBox 1144">
                  <a:extLst>
                    <a:ext uri="{FF2B5EF4-FFF2-40B4-BE49-F238E27FC236}">
                      <a16:creationId xmlns:a16="http://schemas.microsoft.com/office/drawing/2014/main" id="{31AEC46F-2A79-577C-4BDC-873CA9630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5318" y="16154024"/>
                  <a:ext cx="495497" cy="324384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6" name="TextBox 1145">
                  <a:extLst>
                    <a:ext uri="{FF2B5EF4-FFF2-40B4-BE49-F238E27FC236}">
                      <a16:creationId xmlns:a16="http://schemas.microsoft.com/office/drawing/2014/main" id="{16F4B648-2820-11DB-8C08-D18470FEAD19}"/>
                    </a:ext>
                  </a:extLst>
                </p:cNvPr>
                <p:cNvSpPr txBox="1"/>
                <p:nvPr/>
              </p:nvSpPr>
              <p:spPr>
                <a:xfrm>
                  <a:off x="5440891" y="16130929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6" name="TextBox 1145">
                  <a:extLst>
                    <a:ext uri="{FF2B5EF4-FFF2-40B4-BE49-F238E27FC236}">
                      <a16:creationId xmlns:a16="http://schemas.microsoft.com/office/drawing/2014/main" id="{16F4B648-2820-11DB-8C08-D18470FEA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0891" y="16130929"/>
                  <a:ext cx="495497" cy="324384"/>
                </a:xfrm>
                <a:prstGeom prst="rect">
                  <a:avLst/>
                </a:prstGeom>
                <a:blipFill>
                  <a:blip r:embed="rId37"/>
                  <a:stretch>
                    <a:fillRect r="-209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EE24D8A8-6BEC-5C98-EC67-AC3779796C49}"/>
                    </a:ext>
                  </a:extLst>
                </p:cNvPr>
                <p:cNvSpPr txBox="1"/>
                <p:nvPr/>
              </p:nvSpPr>
              <p:spPr>
                <a:xfrm>
                  <a:off x="4592667" y="1615402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EE24D8A8-6BEC-5C98-EC67-AC3779796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667" y="16154024"/>
                  <a:ext cx="495497" cy="32438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8" name="TextBox 1147">
                  <a:extLst>
                    <a:ext uri="{FF2B5EF4-FFF2-40B4-BE49-F238E27FC236}">
                      <a16:creationId xmlns:a16="http://schemas.microsoft.com/office/drawing/2014/main" id="{E5E09117-A353-DAF3-274E-3F11BBB2E796}"/>
                    </a:ext>
                  </a:extLst>
                </p:cNvPr>
                <p:cNvSpPr txBox="1"/>
                <p:nvPr/>
              </p:nvSpPr>
              <p:spPr>
                <a:xfrm>
                  <a:off x="3895093" y="16134565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8" name="TextBox 1147">
                  <a:extLst>
                    <a:ext uri="{FF2B5EF4-FFF2-40B4-BE49-F238E27FC236}">
                      <a16:creationId xmlns:a16="http://schemas.microsoft.com/office/drawing/2014/main" id="{E5E09117-A353-DAF3-274E-3F11BBB2E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093" y="16134565"/>
                  <a:ext cx="495497" cy="32438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5AF44-12A4-4B5B-9A01-0CD2D9266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12" y="5505290"/>
            <a:ext cx="8287176" cy="6210619"/>
          </a:xfrm>
          <a:prstGeom prst="rect">
            <a:avLst/>
          </a:prstGeom>
          <a:solidFill>
            <a:srgbClr val="FED7D3"/>
          </a:solidFill>
        </p:spPr>
      </p:pic>
    </p:spTree>
    <p:extLst>
      <p:ext uri="{BB962C8B-B14F-4D97-AF65-F5344CB8AC3E}">
        <p14:creationId xmlns:p14="http://schemas.microsoft.com/office/powerpoint/2010/main" val="330254478"/>
      </p:ext>
    </p:extLst>
  </p:cSld>
  <p:clrMapOvr>
    <a:masterClrMapping/>
  </p:clrMapOvr>
</p:sld>
</file>

<file path=ppt/theme/theme1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VIVA poster wide">
  <a:themeElements>
    <a:clrScheme name="VIVA poster w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VA poster w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VIVA poster wide</Template>
  <TotalTime>4677</TotalTime>
  <Words>49</Words>
  <Application>Microsoft Office PowerPoint</Application>
  <PresentationFormat>Custom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</vt:i4>
      </vt:variant>
    </vt:vector>
  </HeadingPairs>
  <TitlesOfParts>
    <vt:vector size="19" baseType="lpstr">
      <vt:lpstr>Arial</vt:lpstr>
      <vt:lpstr>Cambria Math</vt:lpstr>
      <vt:lpstr>Symbol</vt:lpstr>
      <vt:lpstr>Times New Roman</vt:lpstr>
      <vt:lpstr>Verdana</vt:lpstr>
      <vt:lpstr>Wingdings</vt:lpstr>
      <vt:lpstr>VIVA poster wide</vt:lpstr>
      <vt:lpstr>VIVA poster wide</vt:lpstr>
      <vt:lpstr>VIVA poster wide</vt:lpstr>
      <vt:lpstr>VIVA poster wide</vt:lpstr>
      <vt:lpstr>VIVA poster wide</vt:lpstr>
      <vt:lpstr>VIVA poster wide</vt:lpstr>
      <vt:lpstr>VIVA poster wide</vt:lpstr>
      <vt:lpstr>VIVA poster wide</vt:lpstr>
      <vt:lpstr>VIVA poster wide</vt:lpstr>
      <vt:lpstr>VIVA poster wide</vt:lpstr>
      <vt:lpstr>VIVA poster wide</vt:lpstr>
      <vt:lpstr>PowerPoint Presentation</vt:lpstr>
      <vt:lpstr>PowerPoint Presentation</vt:lpstr>
    </vt:vector>
  </TitlesOfParts>
  <Company>VIVA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/>
  <dc:creator>Chenang Liu</dc:creator>
  <dc:description/>
  <cp:lastModifiedBy>Quang-Nguyen Vo-Huynh</cp:lastModifiedBy>
  <cp:revision>382</cp:revision>
  <cp:lastPrinted>2017-10-17T18:02:57Z</cp:lastPrinted>
  <dcterms:created xsi:type="dcterms:W3CDTF">2010-05-06T18:41:09Z</dcterms:created>
  <dcterms:modified xsi:type="dcterms:W3CDTF">2024-05-18T02:32:30Z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